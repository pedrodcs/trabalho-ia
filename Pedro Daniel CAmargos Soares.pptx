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
  </p:notesMasterIdLst>
  <p:sldIdLst>
    <p:sldId id="256" r:id="rId2"/>
  </p:sldIdLst>
  <p:sldSz cx="32404050" cy="432054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3608">
          <p15:clr>
            <a:srgbClr val="000000"/>
          </p15:clr>
        </p15:guide>
        <p15:guide id="2" pos="10206">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5" d="100"/>
          <a:sy n="25" d="100"/>
        </p:scale>
        <p:origin x="840" y="-192"/>
      </p:cViewPr>
      <p:guideLst>
        <p:guide orient="horz" pos="13608"/>
        <p:guide pos="1020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SzPts val="1400"/>
              <a:buNone/>
              <a:defRPr sz="3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3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3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3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3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3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3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3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39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lstStyle>
            <a:lvl1pPr marR="0" lvl="0" algn="r" rtl="0">
              <a:lnSpc>
                <a:spcPct val="100000"/>
              </a:lnSpc>
              <a:spcBef>
                <a:spcPts val="0"/>
              </a:spcBef>
              <a:spcAft>
                <a:spcPts val="0"/>
              </a:spcAft>
              <a:buSzPts val="1400"/>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3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3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3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3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3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3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3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39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lstStyle>
            <a:lvl1pPr marR="0" lvl="0" algn="l" rtl="0">
              <a:lnSpc>
                <a:spcPct val="100000"/>
              </a:lnSpc>
              <a:spcBef>
                <a:spcPts val="0"/>
              </a:spcBef>
              <a:spcAft>
                <a:spcPts val="0"/>
              </a:spcAft>
              <a:buSzPts val="1400"/>
              <a:buNone/>
              <a:defRPr sz="3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3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3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3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3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3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3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3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39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‹nº›</a:t>
            </a:fld>
            <a:endParaRPr/>
          </a:p>
        </p:txBody>
      </p:sp>
    </p:spTree>
    <p:extLst>
      <p:ext uri="{BB962C8B-B14F-4D97-AF65-F5344CB8AC3E}">
        <p14:creationId xmlns:p14="http://schemas.microsoft.com/office/powerpoint/2010/main" val="73937341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0384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omente título" type="titleOnly">
  <p:cSld name="TITLE_ONLY">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1619250" y="1730375"/>
            <a:ext cx="29165551" cy="7200900"/>
          </a:xfrm>
          <a:prstGeom prst="rect">
            <a:avLst/>
          </a:prstGeom>
          <a:noFill/>
          <a:ln>
            <a:noFill/>
          </a:ln>
        </p:spPr>
        <p:txBody>
          <a:bodyPr spcFirstLastPara="1" wrap="square" lIns="226300" tIns="113150" rIns="226300" bIns="113150" anchor="ctr" anchorCtr="0"/>
          <a:lstStyle>
            <a:lvl1pPr marR="0" lvl="0" algn="ctr" rtl="0">
              <a:spcBef>
                <a:spcPts val="0"/>
              </a:spcBef>
              <a:spcAft>
                <a:spcPts val="0"/>
              </a:spcAft>
              <a:buSzPts val="1400"/>
              <a:buNone/>
              <a:defRPr sz="11200"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112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112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112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112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112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112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112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11200" b="0" i="0" u="none" strike="noStrike" cap="none">
                <a:solidFill>
                  <a:schemeClr val="dk2"/>
                </a:solidFill>
                <a:latin typeface="Arial"/>
                <a:ea typeface="Arial"/>
                <a:cs typeface="Arial"/>
                <a:sym typeface="Arial"/>
              </a:defRPr>
            </a:lvl9pPr>
          </a:lstStyle>
          <a:p>
            <a:endParaRPr/>
          </a:p>
        </p:txBody>
      </p:sp>
      <p:sp>
        <p:nvSpPr>
          <p:cNvPr id="17" name="Google Shape;17;p2"/>
          <p:cNvSpPr txBox="1">
            <a:spLocks noGrp="1"/>
          </p:cNvSpPr>
          <p:nvPr>
            <p:ph type="dt" idx="10"/>
          </p:nvPr>
        </p:nvSpPr>
        <p:spPr>
          <a:xfrm>
            <a:off x="1619250" y="39349363"/>
            <a:ext cx="7562850" cy="2998787"/>
          </a:xfrm>
          <a:prstGeom prst="rect">
            <a:avLst/>
          </a:prstGeom>
          <a:noFill/>
          <a:ln>
            <a:noFill/>
          </a:ln>
        </p:spPr>
        <p:txBody>
          <a:bodyPr spcFirstLastPara="1" wrap="square" lIns="226300" tIns="113150" rIns="226300" bIns="113150" anchor="t" anchorCtr="0"/>
          <a:lstStyle>
            <a:lvl1pPr marR="0" lvl="0"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9pPr>
          </a:lstStyle>
          <a:p>
            <a:endParaRPr/>
          </a:p>
        </p:txBody>
      </p:sp>
      <p:sp>
        <p:nvSpPr>
          <p:cNvPr id="18" name="Google Shape;18;p2"/>
          <p:cNvSpPr txBox="1">
            <a:spLocks noGrp="1"/>
          </p:cNvSpPr>
          <p:nvPr>
            <p:ph type="ftr" idx="11"/>
          </p:nvPr>
        </p:nvSpPr>
        <p:spPr>
          <a:xfrm>
            <a:off x="11066462" y="39349363"/>
            <a:ext cx="10271125" cy="2998787"/>
          </a:xfrm>
          <a:prstGeom prst="rect">
            <a:avLst/>
          </a:prstGeom>
          <a:noFill/>
          <a:ln>
            <a:noFill/>
          </a:ln>
        </p:spPr>
        <p:txBody>
          <a:bodyPr spcFirstLastPara="1" wrap="square" lIns="226300" tIns="113150" rIns="226300" bIns="113150" anchor="t" anchorCtr="0"/>
          <a:lstStyle>
            <a:lvl1pPr marR="0" lvl="0"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9pPr>
          </a:lstStyle>
          <a:p>
            <a:endParaRPr/>
          </a:p>
        </p:txBody>
      </p:sp>
      <p:sp>
        <p:nvSpPr>
          <p:cNvPr id="19" name="Google Shape;19;p2"/>
          <p:cNvSpPr txBox="1">
            <a:spLocks noGrp="1"/>
          </p:cNvSpPr>
          <p:nvPr>
            <p:ph type="sldNum" idx="12"/>
          </p:nvPr>
        </p:nvSpPr>
        <p:spPr>
          <a:xfrm>
            <a:off x="23221950" y="39349363"/>
            <a:ext cx="7562850" cy="2998787"/>
          </a:xfrm>
          <a:prstGeom prst="rect">
            <a:avLst/>
          </a:prstGeom>
          <a:noFill/>
          <a:ln>
            <a:noFill/>
          </a:ln>
        </p:spPr>
        <p:txBody>
          <a:bodyPr spcFirstLastPara="1" wrap="square" lIns="226300" tIns="113150" rIns="226300" bIns="113150" anchor="t" anchorCtr="0">
            <a:noAutofit/>
          </a:bodyPr>
          <a:lstStyle>
            <a:lvl1pPr marL="0" marR="0" lvl="0" indent="0" algn="r"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e texto verticais" type="vertTitleAndTx">
  <p:cSld name="VERTICAL_TITLE_AND_VERTICAL_TEXT">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rot="5400000">
            <a:off x="8706591" y="16518065"/>
            <a:ext cx="36866607" cy="7290911"/>
          </a:xfrm>
          <a:prstGeom prst="rect">
            <a:avLst/>
          </a:prstGeom>
          <a:noFill/>
          <a:ln>
            <a:noFill/>
          </a:ln>
        </p:spPr>
        <p:txBody>
          <a:bodyPr spcFirstLastPara="1" wrap="square" lIns="226300" tIns="113150" rIns="226300" bIns="113150" anchor="ctr" anchorCtr="0"/>
          <a:lstStyle>
            <a:lvl1pPr marR="0" lvl="0" algn="ctr" rtl="0">
              <a:spcBef>
                <a:spcPts val="0"/>
              </a:spcBef>
              <a:spcAft>
                <a:spcPts val="0"/>
              </a:spcAft>
              <a:buSzPts val="1400"/>
              <a:buNone/>
              <a:defRPr sz="11200"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112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112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112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112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112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112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112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11200" b="0" i="0" u="none" strike="noStrike" cap="none">
                <a:solidFill>
                  <a:schemeClr val="dk2"/>
                </a:solidFill>
                <a:latin typeface="Arial"/>
                <a:ea typeface="Arial"/>
                <a:cs typeface="Arial"/>
                <a:sym typeface="Arial"/>
              </a:defRPr>
            </a:lvl9pPr>
          </a:lstStyle>
          <a:p>
            <a:endParaRPr/>
          </a:p>
        </p:txBody>
      </p:sp>
      <p:sp>
        <p:nvSpPr>
          <p:cNvPr id="22" name="Google Shape;22;p3"/>
          <p:cNvSpPr txBox="1">
            <a:spLocks noGrp="1"/>
          </p:cNvSpPr>
          <p:nvPr>
            <p:ph type="body" idx="1"/>
          </p:nvPr>
        </p:nvSpPr>
        <p:spPr>
          <a:xfrm rot="5400000">
            <a:off x="-5948743" y="9297662"/>
            <a:ext cx="36866607" cy="21731717"/>
          </a:xfrm>
          <a:prstGeom prst="rect">
            <a:avLst/>
          </a:prstGeom>
          <a:noFill/>
          <a:ln>
            <a:noFill/>
          </a:ln>
        </p:spPr>
        <p:txBody>
          <a:bodyPr spcFirstLastPara="1" wrap="square" lIns="226300" tIns="113150" rIns="226300" bIns="113150" anchor="t" anchorCtr="0"/>
          <a:lstStyle>
            <a:lvl1pPr marL="457200" marR="0" lvl="0" indent="-723900" algn="l" rtl="0">
              <a:spcBef>
                <a:spcPts val="1560"/>
              </a:spcBef>
              <a:spcAft>
                <a:spcPts val="0"/>
              </a:spcAft>
              <a:buClr>
                <a:schemeClr val="dk1"/>
              </a:buClr>
              <a:buSzPts val="7800"/>
              <a:buFont typeface="Arial"/>
              <a:buChar char="•"/>
              <a:defRPr sz="7800" b="0" i="0" u="none" strike="noStrike" cap="none">
                <a:solidFill>
                  <a:schemeClr val="dk1"/>
                </a:solidFill>
                <a:latin typeface="Arial"/>
                <a:ea typeface="Arial"/>
                <a:cs typeface="Arial"/>
                <a:sym typeface="Arial"/>
              </a:defRPr>
            </a:lvl1pPr>
            <a:lvl2pPr marL="914400" marR="0" lvl="1" indent="-660400" algn="l" rtl="0">
              <a:spcBef>
                <a:spcPts val="1360"/>
              </a:spcBef>
              <a:spcAft>
                <a:spcPts val="0"/>
              </a:spcAft>
              <a:buClr>
                <a:schemeClr val="dk1"/>
              </a:buClr>
              <a:buSzPts val="6800"/>
              <a:buFont typeface="Arial"/>
              <a:buChar char="–"/>
              <a:defRPr sz="6800" b="0" i="0" u="none" strike="noStrike" cap="none">
                <a:solidFill>
                  <a:schemeClr val="dk1"/>
                </a:solidFill>
                <a:latin typeface="Arial"/>
                <a:ea typeface="Arial"/>
                <a:cs typeface="Arial"/>
                <a:sym typeface="Arial"/>
              </a:defRPr>
            </a:lvl2pPr>
            <a:lvl3pPr marL="1371600" marR="0" lvl="2" indent="-596900" algn="l" rtl="0">
              <a:spcBef>
                <a:spcPts val="1160"/>
              </a:spcBef>
              <a:spcAft>
                <a:spcPts val="0"/>
              </a:spcAft>
              <a:buClr>
                <a:schemeClr val="dk1"/>
              </a:buClr>
              <a:buSzPts val="5800"/>
              <a:buFont typeface="Arial"/>
              <a:buChar char="•"/>
              <a:defRPr sz="5800" b="0" i="0" u="none" strike="noStrike" cap="none">
                <a:solidFill>
                  <a:schemeClr val="dk1"/>
                </a:solidFill>
                <a:latin typeface="Arial"/>
                <a:ea typeface="Arial"/>
                <a:cs typeface="Arial"/>
                <a:sym typeface="Arial"/>
              </a:defRPr>
            </a:lvl3pPr>
            <a:lvl4pPr marL="1828800" marR="0" lvl="3"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4pPr>
            <a:lvl5pPr marL="2286000" marR="0" lvl="4"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5pPr>
            <a:lvl6pPr marL="2743200" marR="0" lvl="5"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6pPr>
            <a:lvl7pPr marL="3200400" marR="0" lvl="6"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7pPr>
            <a:lvl8pPr marL="3657600" marR="0" lvl="7"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8pPr>
            <a:lvl9pPr marL="4114800" marR="0" lvl="8"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9pPr>
          </a:lstStyle>
          <a:p>
            <a:endParaRPr/>
          </a:p>
        </p:txBody>
      </p:sp>
      <p:sp>
        <p:nvSpPr>
          <p:cNvPr id="23" name="Google Shape;23;p3"/>
          <p:cNvSpPr txBox="1">
            <a:spLocks noGrp="1"/>
          </p:cNvSpPr>
          <p:nvPr>
            <p:ph type="dt" idx="10"/>
          </p:nvPr>
        </p:nvSpPr>
        <p:spPr>
          <a:xfrm>
            <a:off x="1619250" y="39349363"/>
            <a:ext cx="7562850" cy="2998787"/>
          </a:xfrm>
          <a:prstGeom prst="rect">
            <a:avLst/>
          </a:prstGeom>
          <a:noFill/>
          <a:ln>
            <a:noFill/>
          </a:ln>
        </p:spPr>
        <p:txBody>
          <a:bodyPr spcFirstLastPara="1" wrap="square" lIns="226300" tIns="113150" rIns="226300" bIns="113150" anchor="t" anchorCtr="0"/>
          <a:lstStyle>
            <a:lvl1pPr marR="0" lvl="0" algn="l" rtl="0">
              <a:lnSpc>
                <a:spcPct val="100000"/>
              </a:lnSpc>
              <a:spcBef>
                <a:spcPts val="0"/>
              </a:spcBef>
              <a:spcAft>
                <a:spcPts val="0"/>
              </a:spcAft>
              <a:buSzPts val="1400"/>
              <a:buNone/>
              <a:defRPr sz="39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9pPr>
          </a:lstStyle>
          <a:p>
            <a:endParaRPr/>
          </a:p>
        </p:txBody>
      </p:sp>
      <p:sp>
        <p:nvSpPr>
          <p:cNvPr id="24" name="Google Shape;24;p3"/>
          <p:cNvSpPr txBox="1">
            <a:spLocks noGrp="1"/>
          </p:cNvSpPr>
          <p:nvPr>
            <p:ph type="ftr" idx="11"/>
          </p:nvPr>
        </p:nvSpPr>
        <p:spPr>
          <a:xfrm>
            <a:off x="11066462" y="39349363"/>
            <a:ext cx="10271125" cy="2998787"/>
          </a:xfrm>
          <a:prstGeom prst="rect">
            <a:avLst/>
          </a:prstGeom>
          <a:noFill/>
          <a:ln>
            <a:noFill/>
          </a:ln>
        </p:spPr>
        <p:txBody>
          <a:bodyPr spcFirstLastPara="1" wrap="square" lIns="226300" tIns="113150" rIns="226300" bIns="113150" anchor="t" anchorCtr="0"/>
          <a:lstStyle>
            <a:lvl1pPr marR="0" lvl="0" algn="l" rtl="0">
              <a:lnSpc>
                <a:spcPct val="100000"/>
              </a:lnSpc>
              <a:spcBef>
                <a:spcPts val="0"/>
              </a:spcBef>
              <a:spcAft>
                <a:spcPts val="0"/>
              </a:spcAft>
              <a:buSzPts val="1400"/>
              <a:buNone/>
              <a:defRPr sz="39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9pPr>
          </a:lstStyle>
          <a:p>
            <a:endParaRPr/>
          </a:p>
        </p:txBody>
      </p:sp>
      <p:sp>
        <p:nvSpPr>
          <p:cNvPr id="25" name="Google Shape;25;p3"/>
          <p:cNvSpPr txBox="1">
            <a:spLocks noGrp="1"/>
          </p:cNvSpPr>
          <p:nvPr>
            <p:ph type="sldNum" idx="12"/>
          </p:nvPr>
        </p:nvSpPr>
        <p:spPr>
          <a:xfrm>
            <a:off x="23221950" y="39349363"/>
            <a:ext cx="7562850" cy="2998787"/>
          </a:xfrm>
          <a:prstGeom prst="rect">
            <a:avLst/>
          </a:prstGeom>
          <a:noFill/>
          <a:ln>
            <a:noFill/>
          </a:ln>
        </p:spPr>
        <p:txBody>
          <a:bodyPr spcFirstLastPara="1" wrap="square" lIns="226300" tIns="113150" rIns="226300" bIns="113150" anchor="t" anchorCtr="0">
            <a:noAutofit/>
          </a:bodyPr>
          <a:lstStyle>
            <a:lvl1pPr marL="0" marR="0" lvl="0"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e texto vertical" type="vertTx">
  <p:cSld name="VERTICAL_TEXT">
    <p:spTree>
      <p:nvGrpSpPr>
        <p:cNvPr id="1" name="Shape 26"/>
        <p:cNvGrpSpPr/>
        <p:nvPr/>
      </p:nvGrpSpPr>
      <p:grpSpPr>
        <a:xfrm>
          <a:off x="0" y="0"/>
          <a:ext cx="0" cy="0"/>
          <a:chOff x="0" y="0"/>
          <a:chExt cx="0" cy="0"/>
        </a:xfrm>
      </p:grpSpPr>
      <p:sp>
        <p:nvSpPr>
          <p:cNvPr id="27" name="Google Shape;27;p4"/>
          <p:cNvSpPr txBox="1">
            <a:spLocks noGrp="1"/>
          </p:cNvSpPr>
          <p:nvPr>
            <p:ph type="title"/>
          </p:nvPr>
        </p:nvSpPr>
        <p:spPr>
          <a:xfrm>
            <a:off x="1619250" y="1730375"/>
            <a:ext cx="29165551" cy="7200900"/>
          </a:xfrm>
          <a:prstGeom prst="rect">
            <a:avLst/>
          </a:prstGeom>
          <a:noFill/>
          <a:ln>
            <a:noFill/>
          </a:ln>
        </p:spPr>
        <p:txBody>
          <a:bodyPr spcFirstLastPara="1" wrap="square" lIns="226300" tIns="113150" rIns="226300" bIns="113150" anchor="ctr" anchorCtr="0"/>
          <a:lstStyle>
            <a:lvl1pPr marR="0" lvl="0" algn="ctr" rtl="0">
              <a:spcBef>
                <a:spcPts val="0"/>
              </a:spcBef>
              <a:spcAft>
                <a:spcPts val="0"/>
              </a:spcAft>
              <a:buSzPts val="1400"/>
              <a:buNone/>
              <a:defRPr sz="11200"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112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112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112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112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112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112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112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11200" b="0" i="0" u="none" strike="noStrike" cap="none">
                <a:solidFill>
                  <a:schemeClr val="dk2"/>
                </a:solidFill>
                <a:latin typeface="Arial"/>
                <a:ea typeface="Arial"/>
                <a:cs typeface="Arial"/>
                <a:sym typeface="Arial"/>
              </a:defRPr>
            </a:lvl9pPr>
          </a:lstStyle>
          <a:p>
            <a:endParaRPr/>
          </a:p>
        </p:txBody>
      </p:sp>
      <p:sp>
        <p:nvSpPr>
          <p:cNvPr id="28" name="Google Shape;28;p4"/>
          <p:cNvSpPr txBox="1">
            <a:spLocks noGrp="1"/>
          </p:cNvSpPr>
          <p:nvPr>
            <p:ph type="body" idx="1"/>
          </p:nvPr>
        </p:nvSpPr>
        <p:spPr>
          <a:xfrm rot="5400000">
            <a:off x="1943099" y="9755186"/>
            <a:ext cx="28517850" cy="29165551"/>
          </a:xfrm>
          <a:prstGeom prst="rect">
            <a:avLst/>
          </a:prstGeom>
          <a:noFill/>
          <a:ln>
            <a:noFill/>
          </a:ln>
        </p:spPr>
        <p:txBody>
          <a:bodyPr spcFirstLastPara="1" wrap="square" lIns="226300" tIns="113150" rIns="226300" bIns="113150" anchor="t" anchorCtr="0"/>
          <a:lstStyle>
            <a:lvl1pPr marL="457200" marR="0" lvl="0" indent="-723900" algn="l" rtl="0">
              <a:spcBef>
                <a:spcPts val="1560"/>
              </a:spcBef>
              <a:spcAft>
                <a:spcPts val="0"/>
              </a:spcAft>
              <a:buClr>
                <a:schemeClr val="dk1"/>
              </a:buClr>
              <a:buSzPts val="7800"/>
              <a:buFont typeface="Arial"/>
              <a:buChar char="•"/>
              <a:defRPr sz="7800" b="0" i="0" u="none" strike="noStrike" cap="none">
                <a:solidFill>
                  <a:schemeClr val="dk1"/>
                </a:solidFill>
                <a:latin typeface="Arial"/>
                <a:ea typeface="Arial"/>
                <a:cs typeface="Arial"/>
                <a:sym typeface="Arial"/>
              </a:defRPr>
            </a:lvl1pPr>
            <a:lvl2pPr marL="914400" marR="0" lvl="1" indent="-660400" algn="l" rtl="0">
              <a:spcBef>
                <a:spcPts val="1360"/>
              </a:spcBef>
              <a:spcAft>
                <a:spcPts val="0"/>
              </a:spcAft>
              <a:buClr>
                <a:schemeClr val="dk1"/>
              </a:buClr>
              <a:buSzPts val="6800"/>
              <a:buFont typeface="Arial"/>
              <a:buChar char="–"/>
              <a:defRPr sz="6800" b="0" i="0" u="none" strike="noStrike" cap="none">
                <a:solidFill>
                  <a:schemeClr val="dk1"/>
                </a:solidFill>
                <a:latin typeface="Arial"/>
                <a:ea typeface="Arial"/>
                <a:cs typeface="Arial"/>
                <a:sym typeface="Arial"/>
              </a:defRPr>
            </a:lvl2pPr>
            <a:lvl3pPr marL="1371600" marR="0" lvl="2" indent="-596900" algn="l" rtl="0">
              <a:spcBef>
                <a:spcPts val="1160"/>
              </a:spcBef>
              <a:spcAft>
                <a:spcPts val="0"/>
              </a:spcAft>
              <a:buClr>
                <a:schemeClr val="dk1"/>
              </a:buClr>
              <a:buSzPts val="5800"/>
              <a:buFont typeface="Arial"/>
              <a:buChar char="•"/>
              <a:defRPr sz="5800" b="0" i="0" u="none" strike="noStrike" cap="none">
                <a:solidFill>
                  <a:schemeClr val="dk1"/>
                </a:solidFill>
                <a:latin typeface="Arial"/>
                <a:ea typeface="Arial"/>
                <a:cs typeface="Arial"/>
                <a:sym typeface="Arial"/>
              </a:defRPr>
            </a:lvl3pPr>
            <a:lvl4pPr marL="1828800" marR="0" lvl="3"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4pPr>
            <a:lvl5pPr marL="2286000" marR="0" lvl="4"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5pPr>
            <a:lvl6pPr marL="2743200" marR="0" lvl="5"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6pPr>
            <a:lvl7pPr marL="3200400" marR="0" lvl="6"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7pPr>
            <a:lvl8pPr marL="3657600" marR="0" lvl="7"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8pPr>
            <a:lvl9pPr marL="4114800" marR="0" lvl="8"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9pPr>
          </a:lstStyle>
          <a:p>
            <a:endParaRPr/>
          </a:p>
        </p:txBody>
      </p:sp>
      <p:sp>
        <p:nvSpPr>
          <p:cNvPr id="29" name="Google Shape;29;p4"/>
          <p:cNvSpPr txBox="1">
            <a:spLocks noGrp="1"/>
          </p:cNvSpPr>
          <p:nvPr>
            <p:ph type="dt" idx="10"/>
          </p:nvPr>
        </p:nvSpPr>
        <p:spPr>
          <a:xfrm>
            <a:off x="1619250" y="39349363"/>
            <a:ext cx="7562850" cy="2998787"/>
          </a:xfrm>
          <a:prstGeom prst="rect">
            <a:avLst/>
          </a:prstGeom>
          <a:noFill/>
          <a:ln>
            <a:noFill/>
          </a:ln>
        </p:spPr>
        <p:txBody>
          <a:bodyPr spcFirstLastPara="1" wrap="square" lIns="226300" tIns="113150" rIns="226300" bIns="113150" anchor="t" anchorCtr="0"/>
          <a:lstStyle>
            <a:lvl1pPr marR="0" lvl="0" algn="l" rtl="0">
              <a:lnSpc>
                <a:spcPct val="100000"/>
              </a:lnSpc>
              <a:spcBef>
                <a:spcPts val="0"/>
              </a:spcBef>
              <a:spcAft>
                <a:spcPts val="0"/>
              </a:spcAft>
              <a:buSzPts val="1400"/>
              <a:buNone/>
              <a:defRPr sz="39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9pPr>
          </a:lstStyle>
          <a:p>
            <a:endParaRPr/>
          </a:p>
        </p:txBody>
      </p:sp>
      <p:sp>
        <p:nvSpPr>
          <p:cNvPr id="30" name="Google Shape;30;p4"/>
          <p:cNvSpPr txBox="1">
            <a:spLocks noGrp="1"/>
          </p:cNvSpPr>
          <p:nvPr>
            <p:ph type="ftr" idx="11"/>
          </p:nvPr>
        </p:nvSpPr>
        <p:spPr>
          <a:xfrm>
            <a:off x="11066462" y="39349363"/>
            <a:ext cx="10271125" cy="2998787"/>
          </a:xfrm>
          <a:prstGeom prst="rect">
            <a:avLst/>
          </a:prstGeom>
          <a:noFill/>
          <a:ln>
            <a:noFill/>
          </a:ln>
        </p:spPr>
        <p:txBody>
          <a:bodyPr spcFirstLastPara="1" wrap="square" lIns="226300" tIns="113150" rIns="226300" bIns="113150" anchor="t" anchorCtr="0"/>
          <a:lstStyle>
            <a:lvl1pPr marR="0" lvl="0" algn="l" rtl="0">
              <a:lnSpc>
                <a:spcPct val="100000"/>
              </a:lnSpc>
              <a:spcBef>
                <a:spcPts val="0"/>
              </a:spcBef>
              <a:spcAft>
                <a:spcPts val="0"/>
              </a:spcAft>
              <a:buSzPts val="1400"/>
              <a:buNone/>
              <a:defRPr sz="39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9pPr>
          </a:lstStyle>
          <a:p>
            <a:endParaRPr/>
          </a:p>
        </p:txBody>
      </p:sp>
      <p:sp>
        <p:nvSpPr>
          <p:cNvPr id="31" name="Google Shape;31;p4"/>
          <p:cNvSpPr txBox="1">
            <a:spLocks noGrp="1"/>
          </p:cNvSpPr>
          <p:nvPr>
            <p:ph type="sldNum" idx="12"/>
          </p:nvPr>
        </p:nvSpPr>
        <p:spPr>
          <a:xfrm>
            <a:off x="23221950" y="39349363"/>
            <a:ext cx="7562850" cy="2998787"/>
          </a:xfrm>
          <a:prstGeom prst="rect">
            <a:avLst/>
          </a:prstGeom>
          <a:noFill/>
          <a:ln>
            <a:noFill/>
          </a:ln>
        </p:spPr>
        <p:txBody>
          <a:bodyPr spcFirstLastPara="1" wrap="square" lIns="226300" tIns="113150" rIns="226300" bIns="113150" anchor="t" anchorCtr="0">
            <a:noAutofit/>
          </a:bodyPr>
          <a:lstStyle>
            <a:lvl1pPr marL="0" marR="0" lvl="0"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Imagem com Legenda" type="picTx">
  <p:cSld name="PICTURE_WITH_CAPTION_TEXT">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6351794" y="30243781"/>
            <a:ext cx="19442430" cy="3570446"/>
          </a:xfrm>
          <a:prstGeom prst="rect">
            <a:avLst/>
          </a:prstGeom>
          <a:noFill/>
          <a:ln>
            <a:noFill/>
          </a:ln>
        </p:spPr>
        <p:txBody>
          <a:bodyPr spcFirstLastPara="1" wrap="square" lIns="226300" tIns="113150" rIns="226300" bIns="113150" anchor="b" anchorCtr="0"/>
          <a:lstStyle>
            <a:lvl1pPr marR="0" lvl="0" algn="l" rtl="0">
              <a:spcBef>
                <a:spcPts val="0"/>
              </a:spcBef>
              <a:spcAft>
                <a:spcPts val="0"/>
              </a:spcAft>
              <a:buSzPts val="1400"/>
              <a:buNone/>
              <a:defRPr sz="2000" b="1"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112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112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112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112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112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112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112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11200" b="0" i="0" u="none" strike="noStrike" cap="none">
                <a:solidFill>
                  <a:schemeClr val="dk2"/>
                </a:solidFill>
                <a:latin typeface="Arial"/>
                <a:ea typeface="Arial"/>
                <a:cs typeface="Arial"/>
                <a:sym typeface="Arial"/>
              </a:defRPr>
            </a:lvl9pPr>
          </a:lstStyle>
          <a:p>
            <a:endParaRPr/>
          </a:p>
        </p:txBody>
      </p:sp>
      <p:sp>
        <p:nvSpPr>
          <p:cNvPr id="34" name="Google Shape;34;p5"/>
          <p:cNvSpPr>
            <a:spLocks noGrp="1"/>
          </p:cNvSpPr>
          <p:nvPr>
            <p:ph type="pic" idx="2"/>
          </p:nvPr>
        </p:nvSpPr>
        <p:spPr>
          <a:xfrm>
            <a:off x="6351794" y="3860483"/>
            <a:ext cx="19442430" cy="25923240"/>
          </a:xfrm>
          <a:prstGeom prst="rect">
            <a:avLst/>
          </a:prstGeom>
          <a:noFill/>
          <a:ln>
            <a:noFill/>
          </a:ln>
        </p:spPr>
        <p:txBody>
          <a:bodyPr spcFirstLastPara="1" wrap="square" lIns="226300" tIns="113150" rIns="226300" bIns="113150" anchor="t" anchorCtr="0"/>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35" name="Google Shape;35;p5"/>
          <p:cNvSpPr txBox="1">
            <a:spLocks noGrp="1"/>
          </p:cNvSpPr>
          <p:nvPr>
            <p:ph type="body" idx="1"/>
          </p:nvPr>
        </p:nvSpPr>
        <p:spPr>
          <a:xfrm>
            <a:off x="6351794" y="33814225"/>
            <a:ext cx="19442430" cy="5070634"/>
          </a:xfrm>
          <a:prstGeom prst="rect">
            <a:avLst/>
          </a:prstGeom>
          <a:noFill/>
          <a:ln>
            <a:noFill/>
          </a:ln>
        </p:spPr>
        <p:txBody>
          <a:bodyPr spcFirstLastPara="1" wrap="square" lIns="226300" tIns="113150" rIns="226300" bIns="113150" anchor="t" anchorCtr="0"/>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9pPr>
          </a:lstStyle>
          <a:p>
            <a:endParaRPr/>
          </a:p>
        </p:txBody>
      </p:sp>
      <p:sp>
        <p:nvSpPr>
          <p:cNvPr id="36" name="Google Shape;36;p5"/>
          <p:cNvSpPr txBox="1">
            <a:spLocks noGrp="1"/>
          </p:cNvSpPr>
          <p:nvPr>
            <p:ph type="dt" idx="10"/>
          </p:nvPr>
        </p:nvSpPr>
        <p:spPr>
          <a:xfrm>
            <a:off x="1619250" y="39349363"/>
            <a:ext cx="7562850" cy="2998787"/>
          </a:xfrm>
          <a:prstGeom prst="rect">
            <a:avLst/>
          </a:prstGeom>
          <a:noFill/>
          <a:ln>
            <a:noFill/>
          </a:ln>
        </p:spPr>
        <p:txBody>
          <a:bodyPr spcFirstLastPara="1" wrap="square" lIns="226300" tIns="113150" rIns="226300" bIns="113150" anchor="t" anchorCtr="0"/>
          <a:lstStyle>
            <a:lvl1pPr marR="0" lvl="0" algn="l" rtl="0">
              <a:lnSpc>
                <a:spcPct val="100000"/>
              </a:lnSpc>
              <a:spcBef>
                <a:spcPts val="0"/>
              </a:spcBef>
              <a:spcAft>
                <a:spcPts val="0"/>
              </a:spcAft>
              <a:buSzPts val="1400"/>
              <a:buNone/>
              <a:defRPr sz="39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9pPr>
          </a:lstStyle>
          <a:p>
            <a:endParaRPr/>
          </a:p>
        </p:txBody>
      </p:sp>
      <p:sp>
        <p:nvSpPr>
          <p:cNvPr id="37" name="Google Shape;37;p5"/>
          <p:cNvSpPr txBox="1">
            <a:spLocks noGrp="1"/>
          </p:cNvSpPr>
          <p:nvPr>
            <p:ph type="ftr" idx="11"/>
          </p:nvPr>
        </p:nvSpPr>
        <p:spPr>
          <a:xfrm>
            <a:off x="11066462" y="39349363"/>
            <a:ext cx="10271125" cy="2998787"/>
          </a:xfrm>
          <a:prstGeom prst="rect">
            <a:avLst/>
          </a:prstGeom>
          <a:noFill/>
          <a:ln>
            <a:noFill/>
          </a:ln>
        </p:spPr>
        <p:txBody>
          <a:bodyPr spcFirstLastPara="1" wrap="square" lIns="226300" tIns="113150" rIns="226300" bIns="113150" anchor="t" anchorCtr="0"/>
          <a:lstStyle>
            <a:lvl1pPr marR="0" lvl="0" algn="l" rtl="0">
              <a:lnSpc>
                <a:spcPct val="100000"/>
              </a:lnSpc>
              <a:spcBef>
                <a:spcPts val="0"/>
              </a:spcBef>
              <a:spcAft>
                <a:spcPts val="0"/>
              </a:spcAft>
              <a:buSzPts val="1400"/>
              <a:buNone/>
              <a:defRPr sz="39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9pPr>
          </a:lstStyle>
          <a:p>
            <a:endParaRPr/>
          </a:p>
        </p:txBody>
      </p:sp>
      <p:sp>
        <p:nvSpPr>
          <p:cNvPr id="38" name="Google Shape;38;p5"/>
          <p:cNvSpPr txBox="1">
            <a:spLocks noGrp="1"/>
          </p:cNvSpPr>
          <p:nvPr>
            <p:ph type="sldNum" idx="12"/>
          </p:nvPr>
        </p:nvSpPr>
        <p:spPr>
          <a:xfrm>
            <a:off x="23221950" y="39349363"/>
            <a:ext cx="7562850" cy="2998787"/>
          </a:xfrm>
          <a:prstGeom prst="rect">
            <a:avLst/>
          </a:prstGeom>
          <a:noFill/>
          <a:ln>
            <a:noFill/>
          </a:ln>
        </p:spPr>
        <p:txBody>
          <a:bodyPr spcFirstLastPara="1" wrap="square" lIns="226300" tIns="113150" rIns="226300" bIns="113150" anchor="t" anchorCtr="0">
            <a:noAutofit/>
          </a:bodyPr>
          <a:lstStyle>
            <a:lvl1pPr marL="0" marR="0" lvl="0"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údo com Legenda" type="objTx">
  <p:cSld name="OBJECT_WITH_CAPTION_TEXT">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1620203" y="1720215"/>
            <a:ext cx="10660332" cy="7320916"/>
          </a:xfrm>
          <a:prstGeom prst="rect">
            <a:avLst/>
          </a:prstGeom>
          <a:noFill/>
          <a:ln>
            <a:noFill/>
          </a:ln>
        </p:spPr>
        <p:txBody>
          <a:bodyPr spcFirstLastPara="1" wrap="square" lIns="226300" tIns="113150" rIns="226300" bIns="113150" anchor="b" anchorCtr="0"/>
          <a:lstStyle>
            <a:lvl1pPr marR="0" lvl="0" algn="l" rtl="0">
              <a:spcBef>
                <a:spcPts val="0"/>
              </a:spcBef>
              <a:spcAft>
                <a:spcPts val="0"/>
              </a:spcAft>
              <a:buSzPts val="1400"/>
              <a:buNone/>
              <a:defRPr sz="2000" b="1"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112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112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112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112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112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112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112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11200" b="0" i="0" u="none" strike="noStrike" cap="none">
                <a:solidFill>
                  <a:schemeClr val="dk2"/>
                </a:solidFill>
                <a:latin typeface="Arial"/>
                <a:ea typeface="Arial"/>
                <a:cs typeface="Arial"/>
                <a:sym typeface="Arial"/>
              </a:defRPr>
            </a:lvl9pPr>
          </a:lstStyle>
          <a:p>
            <a:endParaRPr/>
          </a:p>
        </p:txBody>
      </p:sp>
      <p:sp>
        <p:nvSpPr>
          <p:cNvPr id="41" name="Google Shape;41;p6"/>
          <p:cNvSpPr txBox="1">
            <a:spLocks noGrp="1"/>
          </p:cNvSpPr>
          <p:nvPr>
            <p:ph type="body" idx="1"/>
          </p:nvPr>
        </p:nvSpPr>
        <p:spPr>
          <a:xfrm>
            <a:off x="12669084" y="1720218"/>
            <a:ext cx="18114764" cy="36874609"/>
          </a:xfrm>
          <a:prstGeom prst="rect">
            <a:avLst/>
          </a:prstGeom>
          <a:noFill/>
          <a:ln>
            <a:noFill/>
          </a:ln>
        </p:spPr>
        <p:txBody>
          <a:bodyPr spcFirstLastPara="1" wrap="square" lIns="226300" tIns="113150" rIns="226300" bIns="113150" anchor="t" anchorCtr="0"/>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42" name="Google Shape;42;p6"/>
          <p:cNvSpPr txBox="1">
            <a:spLocks noGrp="1"/>
          </p:cNvSpPr>
          <p:nvPr>
            <p:ph type="body" idx="2"/>
          </p:nvPr>
        </p:nvSpPr>
        <p:spPr>
          <a:xfrm>
            <a:off x="1620203" y="9041132"/>
            <a:ext cx="10660332" cy="29553695"/>
          </a:xfrm>
          <a:prstGeom prst="rect">
            <a:avLst/>
          </a:prstGeom>
          <a:noFill/>
          <a:ln>
            <a:noFill/>
          </a:ln>
        </p:spPr>
        <p:txBody>
          <a:bodyPr spcFirstLastPara="1" wrap="square" lIns="226300" tIns="113150" rIns="226300" bIns="113150" anchor="t" anchorCtr="0"/>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9pPr>
          </a:lstStyle>
          <a:p>
            <a:endParaRPr/>
          </a:p>
        </p:txBody>
      </p:sp>
      <p:sp>
        <p:nvSpPr>
          <p:cNvPr id="43" name="Google Shape;43;p6"/>
          <p:cNvSpPr txBox="1">
            <a:spLocks noGrp="1"/>
          </p:cNvSpPr>
          <p:nvPr>
            <p:ph type="dt" idx="10"/>
          </p:nvPr>
        </p:nvSpPr>
        <p:spPr>
          <a:xfrm>
            <a:off x="1619250" y="39349363"/>
            <a:ext cx="7562850" cy="2998787"/>
          </a:xfrm>
          <a:prstGeom prst="rect">
            <a:avLst/>
          </a:prstGeom>
          <a:noFill/>
          <a:ln>
            <a:noFill/>
          </a:ln>
        </p:spPr>
        <p:txBody>
          <a:bodyPr spcFirstLastPara="1" wrap="square" lIns="226300" tIns="113150" rIns="226300" bIns="113150" anchor="t" anchorCtr="0"/>
          <a:lstStyle>
            <a:lvl1pPr marR="0" lvl="0" algn="l" rtl="0">
              <a:lnSpc>
                <a:spcPct val="100000"/>
              </a:lnSpc>
              <a:spcBef>
                <a:spcPts val="0"/>
              </a:spcBef>
              <a:spcAft>
                <a:spcPts val="0"/>
              </a:spcAft>
              <a:buSzPts val="1400"/>
              <a:buNone/>
              <a:defRPr sz="39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9pPr>
          </a:lstStyle>
          <a:p>
            <a:endParaRPr/>
          </a:p>
        </p:txBody>
      </p:sp>
      <p:sp>
        <p:nvSpPr>
          <p:cNvPr id="44" name="Google Shape;44;p6"/>
          <p:cNvSpPr txBox="1">
            <a:spLocks noGrp="1"/>
          </p:cNvSpPr>
          <p:nvPr>
            <p:ph type="ftr" idx="11"/>
          </p:nvPr>
        </p:nvSpPr>
        <p:spPr>
          <a:xfrm>
            <a:off x="11066462" y="39349363"/>
            <a:ext cx="10271125" cy="2998787"/>
          </a:xfrm>
          <a:prstGeom prst="rect">
            <a:avLst/>
          </a:prstGeom>
          <a:noFill/>
          <a:ln>
            <a:noFill/>
          </a:ln>
        </p:spPr>
        <p:txBody>
          <a:bodyPr spcFirstLastPara="1" wrap="square" lIns="226300" tIns="113150" rIns="226300" bIns="113150" anchor="t" anchorCtr="0"/>
          <a:lstStyle>
            <a:lvl1pPr marR="0" lvl="0" algn="l" rtl="0">
              <a:lnSpc>
                <a:spcPct val="100000"/>
              </a:lnSpc>
              <a:spcBef>
                <a:spcPts val="0"/>
              </a:spcBef>
              <a:spcAft>
                <a:spcPts val="0"/>
              </a:spcAft>
              <a:buSzPts val="1400"/>
              <a:buNone/>
              <a:defRPr sz="39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9pPr>
          </a:lstStyle>
          <a:p>
            <a:endParaRPr/>
          </a:p>
        </p:txBody>
      </p:sp>
      <p:sp>
        <p:nvSpPr>
          <p:cNvPr id="45" name="Google Shape;45;p6"/>
          <p:cNvSpPr txBox="1">
            <a:spLocks noGrp="1"/>
          </p:cNvSpPr>
          <p:nvPr>
            <p:ph type="sldNum" idx="12"/>
          </p:nvPr>
        </p:nvSpPr>
        <p:spPr>
          <a:xfrm>
            <a:off x="23221950" y="39349363"/>
            <a:ext cx="7562850" cy="2998787"/>
          </a:xfrm>
          <a:prstGeom prst="rect">
            <a:avLst/>
          </a:prstGeom>
          <a:noFill/>
          <a:ln>
            <a:noFill/>
          </a:ln>
        </p:spPr>
        <p:txBody>
          <a:bodyPr spcFirstLastPara="1" wrap="square" lIns="226300" tIns="113150" rIns="226300" bIns="113150" anchor="t" anchorCtr="0">
            <a:noAutofit/>
          </a:bodyPr>
          <a:lstStyle>
            <a:lvl1pPr marL="0" marR="0" lvl="0"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m branco" type="blank">
  <p:cSld name="BLANK">
    <p:spTree>
      <p:nvGrpSpPr>
        <p:cNvPr id="1" name="Shape 46"/>
        <p:cNvGrpSpPr/>
        <p:nvPr/>
      </p:nvGrpSpPr>
      <p:grpSpPr>
        <a:xfrm>
          <a:off x="0" y="0"/>
          <a:ext cx="0" cy="0"/>
          <a:chOff x="0" y="0"/>
          <a:chExt cx="0" cy="0"/>
        </a:xfrm>
      </p:grpSpPr>
      <p:sp>
        <p:nvSpPr>
          <p:cNvPr id="47" name="Google Shape;47;p7"/>
          <p:cNvSpPr txBox="1">
            <a:spLocks noGrp="1"/>
          </p:cNvSpPr>
          <p:nvPr>
            <p:ph type="dt" idx="10"/>
          </p:nvPr>
        </p:nvSpPr>
        <p:spPr>
          <a:xfrm>
            <a:off x="1619250" y="39349363"/>
            <a:ext cx="7562850" cy="2998787"/>
          </a:xfrm>
          <a:prstGeom prst="rect">
            <a:avLst/>
          </a:prstGeom>
          <a:noFill/>
          <a:ln>
            <a:noFill/>
          </a:ln>
        </p:spPr>
        <p:txBody>
          <a:bodyPr spcFirstLastPara="1" wrap="square" lIns="226300" tIns="113150" rIns="226300" bIns="113150" anchor="t" anchorCtr="0"/>
          <a:lstStyle>
            <a:lvl1pPr marR="0" lvl="0" algn="l" rtl="0">
              <a:lnSpc>
                <a:spcPct val="100000"/>
              </a:lnSpc>
              <a:spcBef>
                <a:spcPts val="0"/>
              </a:spcBef>
              <a:spcAft>
                <a:spcPts val="0"/>
              </a:spcAft>
              <a:buSzPts val="1400"/>
              <a:buNone/>
              <a:defRPr sz="39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9pPr>
          </a:lstStyle>
          <a:p>
            <a:endParaRPr/>
          </a:p>
        </p:txBody>
      </p:sp>
      <p:sp>
        <p:nvSpPr>
          <p:cNvPr id="48" name="Google Shape;48;p7"/>
          <p:cNvSpPr txBox="1">
            <a:spLocks noGrp="1"/>
          </p:cNvSpPr>
          <p:nvPr>
            <p:ph type="ftr" idx="11"/>
          </p:nvPr>
        </p:nvSpPr>
        <p:spPr>
          <a:xfrm>
            <a:off x="11066462" y="39349363"/>
            <a:ext cx="10271125" cy="2998787"/>
          </a:xfrm>
          <a:prstGeom prst="rect">
            <a:avLst/>
          </a:prstGeom>
          <a:noFill/>
          <a:ln>
            <a:noFill/>
          </a:ln>
        </p:spPr>
        <p:txBody>
          <a:bodyPr spcFirstLastPara="1" wrap="square" lIns="226300" tIns="113150" rIns="226300" bIns="113150" anchor="t" anchorCtr="0"/>
          <a:lstStyle>
            <a:lvl1pPr marR="0" lvl="0" algn="l" rtl="0">
              <a:lnSpc>
                <a:spcPct val="100000"/>
              </a:lnSpc>
              <a:spcBef>
                <a:spcPts val="0"/>
              </a:spcBef>
              <a:spcAft>
                <a:spcPts val="0"/>
              </a:spcAft>
              <a:buSzPts val="1400"/>
              <a:buNone/>
              <a:defRPr sz="39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9pPr>
          </a:lstStyle>
          <a:p>
            <a:endParaRPr/>
          </a:p>
        </p:txBody>
      </p:sp>
      <p:sp>
        <p:nvSpPr>
          <p:cNvPr id="49" name="Google Shape;49;p7"/>
          <p:cNvSpPr txBox="1">
            <a:spLocks noGrp="1"/>
          </p:cNvSpPr>
          <p:nvPr>
            <p:ph type="sldNum" idx="12"/>
          </p:nvPr>
        </p:nvSpPr>
        <p:spPr>
          <a:xfrm>
            <a:off x="23221950" y="39349363"/>
            <a:ext cx="7562850" cy="2998787"/>
          </a:xfrm>
          <a:prstGeom prst="rect">
            <a:avLst/>
          </a:prstGeom>
          <a:noFill/>
          <a:ln>
            <a:noFill/>
          </a:ln>
        </p:spPr>
        <p:txBody>
          <a:bodyPr spcFirstLastPara="1" wrap="square" lIns="226300" tIns="113150" rIns="226300" bIns="113150" anchor="t" anchorCtr="0">
            <a:noAutofit/>
          </a:bodyPr>
          <a:lstStyle>
            <a:lvl1pPr marL="0" marR="0" lvl="0"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ação" type="twoTxTwoObj">
  <p:cSld name="TWO_OBJECTS_WITH_TEXT">
    <p:spTree>
      <p:nvGrpSpPr>
        <p:cNvPr id="1" name="Shape 50"/>
        <p:cNvGrpSpPr/>
        <p:nvPr/>
      </p:nvGrpSpPr>
      <p:grpSpPr>
        <a:xfrm>
          <a:off x="0" y="0"/>
          <a:ext cx="0" cy="0"/>
          <a:chOff x="0" y="0"/>
          <a:chExt cx="0" cy="0"/>
        </a:xfrm>
      </p:grpSpPr>
      <p:sp>
        <p:nvSpPr>
          <p:cNvPr id="51" name="Google Shape;51;p8"/>
          <p:cNvSpPr txBox="1">
            <a:spLocks noGrp="1"/>
          </p:cNvSpPr>
          <p:nvPr>
            <p:ph type="title"/>
          </p:nvPr>
        </p:nvSpPr>
        <p:spPr>
          <a:xfrm>
            <a:off x="1620203" y="1730216"/>
            <a:ext cx="29163646" cy="7200900"/>
          </a:xfrm>
          <a:prstGeom prst="rect">
            <a:avLst/>
          </a:prstGeom>
          <a:noFill/>
          <a:ln>
            <a:noFill/>
          </a:ln>
        </p:spPr>
        <p:txBody>
          <a:bodyPr spcFirstLastPara="1" wrap="square" lIns="226300" tIns="113150" rIns="226300" bIns="113150" anchor="ctr" anchorCtr="0"/>
          <a:lstStyle>
            <a:lvl1pPr marR="0" lvl="0" algn="ctr" rtl="0">
              <a:spcBef>
                <a:spcPts val="0"/>
              </a:spcBef>
              <a:spcAft>
                <a:spcPts val="0"/>
              </a:spcAft>
              <a:buSzPts val="1400"/>
              <a:buNone/>
              <a:defRPr sz="11200"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112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112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112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112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112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112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112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11200" b="0" i="0" u="none" strike="noStrike" cap="none">
                <a:solidFill>
                  <a:schemeClr val="dk2"/>
                </a:solidFill>
                <a:latin typeface="Arial"/>
                <a:ea typeface="Arial"/>
                <a:cs typeface="Arial"/>
                <a:sym typeface="Arial"/>
              </a:defRPr>
            </a:lvl9pPr>
          </a:lstStyle>
          <a:p>
            <a:endParaRPr/>
          </a:p>
        </p:txBody>
      </p:sp>
      <p:sp>
        <p:nvSpPr>
          <p:cNvPr id="52" name="Google Shape;52;p8"/>
          <p:cNvSpPr txBox="1">
            <a:spLocks noGrp="1"/>
          </p:cNvSpPr>
          <p:nvPr>
            <p:ph type="body" idx="1"/>
          </p:nvPr>
        </p:nvSpPr>
        <p:spPr>
          <a:xfrm>
            <a:off x="1620202" y="9671211"/>
            <a:ext cx="14317791" cy="4030504"/>
          </a:xfrm>
          <a:prstGeom prst="rect">
            <a:avLst/>
          </a:prstGeom>
          <a:noFill/>
          <a:ln>
            <a:noFill/>
          </a:ln>
        </p:spPr>
        <p:txBody>
          <a:bodyPr spcFirstLastPara="1" wrap="square" lIns="226300" tIns="113150" rIns="226300" bIns="113150" anchor="b" anchorCtr="0"/>
          <a:lstStyle>
            <a:lvl1pPr marL="457200" marR="0" lvl="0" indent="-228600" algn="l" rtl="0">
              <a:spcBef>
                <a:spcPts val="480"/>
              </a:spcBef>
              <a:spcAft>
                <a:spcPts val="0"/>
              </a:spcAft>
              <a:buClr>
                <a:schemeClr val="dk1"/>
              </a:buClr>
              <a:buSzPts val="2400"/>
              <a:buFont typeface="Arial"/>
              <a:buNone/>
              <a:defRPr sz="24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9pPr>
          </a:lstStyle>
          <a:p>
            <a:endParaRPr/>
          </a:p>
        </p:txBody>
      </p:sp>
      <p:sp>
        <p:nvSpPr>
          <p:cNvPr id="53" name="Google Shape;53;p8"/>
          <p:cNvSpPr txBox="1">
            <a:spLocks noGrp="1"/>
          </p:cNvSpPr>
          <p:nvPr>
            <p:ph type="body" idx="2"/>
          </p:nvPr>
        </p:nvSpPr>
        <p:spPr>
          <a:xfrm>
            <a:off x="1620202" y="13701713"/>
            <a:ext cx="14317791" cy="24893111"/>
          </a:xfrm>
          <a:prstGeom prst="rect">
            <a:avLst/>
          </a:prstGeom>
          <a:noFill/>
          <a:ln>
            <a:noFill/>
          </a:ln>
        </p:spPr>
        <p:txBody>
          <a:bodyPr spcFirstLastPara="1" wrap="square" lIns="226300" tIns="113150" rIns="226300" bIns="113150" anchor="t" anchorCtr="0"/>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54" name="Google Shape;54;p8"/>
          <p:cNvSpPr txBox="1">
            <a:spLocks noGrp="1"/>
          </p:cNvSpPr>
          <p:nvPr>
            <p:ph type="body" idx="3"/>
          </p:nvPr>
        </p:nvSpPr>
        <p:spPr>
          <a:xfrm>
            <a:off x="16461558" y="9671211"/>
            <a:ext cx="14322289" cy="4030504"/>
          </a:xfrm>
          <a:prstGeom prst="rect">
            <a:avLst/>
          </a:prstGeom>
          <a:noFill/>
          <a:ln>
            <a:noFill/>
          </a:ln>
        </p:spPr>
        <p:txBody>
          <a:bodyPr spcFirstLastPara="1" wrap="square" lIns="226300" tIns="113150" rIns="226300" bIns="113150" anchor="b" anchorCtr="0"/>
          <a:lstStyle>
            <a:lvl1pPr marL="457200" marR="0" lvl="0" indent="-228600" algn="l" rtl="0">
              <a:spcBef>
                <a:spcPts val="480"/>
              </a:spcBef>
              <a:spcAft>
                <a:spcPts val="0"/>
              </a:spcAft>
              <a:buClr>
                <a:schemeClr val="dk1"/>
              </a:buClr>
              <a:buSzPts val="2400"/>
              <a:buFont typeface="Arial"/>
              <a:buNone/>
              <a:defRPr sz="2400" b="1"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9pPr>
          </a:lstStyle>
          <a:p>
            <a:endParaRPr/>
          </a:p>
        </p:txBody>
      </p:sp>
      <p:sp>
        <p:nvSpPr>
          <p:cNvPr id="55" name="Google Shape;55;p8"/>
          <p:cNvSpPr txBox="1">
            <a:spLocks noGrp="1"/>
          </p:cNvSpPr>
          <p:nvPr>
            <p:ph type="body" idx="4"/>
          </p:nvPr>
        </p:nvSpPr>
        <p:spPr>
          <a:xfrm>
            <a:off x="16461558" y="13701713"/>
            <a:ext cx="14322289" cy="24893111"/>
          </a:xfrm>
          <a:prstGeom prst="rect">
            <a:avLst/>
          </a:prstGeom>
          <a:noFill/>
          <a:ln>
            <a:noFill/>
          </a:ln>
        </p:spPr>
        <p:txBody>
          <a:bodyPr spcFirstLastPara="1" wrap="square" lIns="226300" tIns="113150" rIns="226300" bIns="113150" anchor="t" anchorCtr="0"/>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56" name="Google Shape;56;p8"/>
          <p:cNvSpPr txBox="1">
            <a:spLocks noGrp="1"/>
          </p:cNvSpPr>
          <p:nvPr>
            <p:ph type="dt" idx="10"/>
          </p:nvPr>
        </p:nvSpPr>
        <p:spPr>
          <a:xfrm>
            <a:off x="1619250" y="39349363"/>
            <a:ext cx="7562850" cy="2998787"/>
          </a:xfrm>
          <a:prstGeom prst="rect">
            <a:avLst/>
          </a:prstGeom>
          <a:noFill/>
          <a:ln>
            <a:noFill/>
          </a:ln>
        </p:spPr>
        <p:txBody>
          <a:bodyPr spcFirstLastPara="1" wrap="square" lIns="226300" tIns="113150" rIns="226300" bIns="113150" anchor="t" anchorCtr="0"/>
          <a:lstStyle>
            <a:lvl1pPr marR="0" lvl="0" algn="l" rtl="0">
              <a:lnSpc>
                <a:spcPct val="100000"/>
              </a:lnSpc>
              <a:spcBef>
                <a:spcPts val="0"/>
              </a:spcBef>
              <a:spcAft>
                <a:spcPts val="0"/>
              </a:spcAft>
              <a:buSzPts val="1400"/>
              <a:buNone/>
              <a:defRPr sz="39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9pPr>
          </a:lstStyle>
          <a:p>
            <a:endParaRPr/>
          </a:p>
        </p:txBody>
      </p:sp>
      <p:sp>
        <p:nvSpPr>
          <p:cNvPr id="57" name="Google Shape;57;p8"/>
          <p:cNvSpPr txBox="1">
            <a:spLocks noGrp="1"/>
          </p:cNvSpPr>
          <p:nvPr>
            <p:ph type="ftr" idx="11"/>
          </p:nvPr>
        </p:nvSpPr>
        <p:spPr>
          <a:xfrm>
            <a:off x="11066462" y="39349363"/>
            <a:ext cx="10271125" cy="2998787"/>
          </a:xfrm>
          <a:prstGeom prst="rect">
            <a:avLst/>
          </a:prstGeom>
          <a:noFill/>
          <a:ln>
            <a:noFill/>
          </a:ln>
        </p:spPr>
        <p:txBody>
          <a:bodyPr spcFirstLastPara="1" wrap="square" lIns="226300" tIns="113150" rIns="226300" bIns="113150" anchor="t" anchorCtr="0"/>
          <a:lstStyle>
            <a:lvl1pPr marR="0" lvl="0" algn="l" rtl="0">
              <a:lnSpc>
                <a:spcPct val="100000"/>
              </a:lnSpc>
              <a:spcBef>
                <a:spcPts val="0"/>
              </a:spcBef>
              <a:spcAft>
                <a:spcPts val="0"/>
              </a:spcAft>
              <a:buSzPts val="1400"/>
              <a:buNone/>
              <a:defRPr sz="39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9pPr>
          </a:lstStyle>
          <a:p>
            <a:endParaRPr/>
          </a:p>
        </p:txBody>
      </p:sp>
      <p:sp>
        <p:nvSpPr>
          <p:cNvPr id="58" name="Google Shape;58;p8"/>
          <p:cNvSpPr txBox="1">
            <a:spLocks noGrp="1"/>
          </p:cNvSpPr>
          <p:nvPr>
            <p:ph type="sldNum" idx="12"/>
          </p:nvPr>
        </p:nvSpPr>
        <p:spPr>
          <a:xfrm>
            <a:off x="23221950" y="39349363"/>
            <a:ext cx="7562850" cy="2998787"/>
          </a:xfrm>
          <a:prstGeom prst="rect">
            <a:avLst/>
          </a:prstGeom>
          <a:noFill/>
          <a:ln>
            <a:noFill/>
          </a:ln>
        </p:spPr>
        <p:txBody>
          <a:bodyPr spcFirstLastPara="1" wrap="square" lIns="226300" tIns="113150" rIns="226300" bIns="113150" anchor="t" anchorCtr="0">
            <a:noAutofit/>
          </a:bodyPr>
          <a:lstStyle>
            <a:lvl1pPr marL="0" marR="0" lvl="0"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uas Partes de Conteúdo" type="twoObj">
  <p:cSld name="TWO_OBJECTS">
    <p:spTree>
      <p:nvGrpSpPr>
        <p:cNvPr id="1" name="Shape 59"/>
        <p:cNvGrpSpPr/>
        <p:nvPr/>
      </p:nvGrpSpPr>
      <p:grpSpPr>
        <a:xfrm>
          <a:off x="0" y="0"/>
          <a:ext cx="0" cy="0"/>
          <a:chOff x="0" y="0"/>
          <a:chExt cx="0" cy="0"/>
        </a:xfrm>
      </p:grpSpPr>
      <p:sp>
        <p:nvSpPr>
          <p:cNvPr id="60" name="Google Shape;60;p9"/>
          <p:cNvSpPr txBox="1">
            <a:spLocks noGrp="1"/>
          </p:cNvSpPr>
          <p:nvPr>
            <p:ph type="title"/>
          </p:nvPr>
        </p:nvSpPr>
        <p:spPr>
          <a:xfrm>
            <a:off x="1619250" y="1730375"/>
            <a:ext cx="29165551" cy="7200900"/>
          </a:xfrm>
          <a:prstGeom prst="rect">
            <a:avLst/>
          </a:prstGeom>
          <a:noFill/>
          <a:ln>
            <a:noFill/>
          </a:ln>
        </p:spPr>
        <p:txBody>
          <a:bodyPr spcFirstLastPara="1" wrap="square" lIns="226300" tIns="113150" rIns="226300" bIns="113150" anchor="ctr" anchorCtr="0"/>
          <a:lstStyle>
            <a:lvl1pPr marR="0" lvl="0" algn="ctr" rtl="0">
              <a:spcBef>
                <a:spcPts val="0"/>
              </a:spcBef>
              <a:spcAft>
                <a:spcPts val="0"/>
              </a:spcAft>
              <a:buSzPts val="1400"/>
              <a:buNone/>
              <a:defRPr sz="11200"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112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112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112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112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112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112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112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11200" b="0" i="0" u="none" strike="noStrike" cap="none">
                <a:solidFill>
                  <a:schemeClr val="dk2"/>
                </a:solidFill>
                <a:latin typeface="Arial"/>
                <a:ea typeface="Arial"/>
                <a:cs typeface="Arial"/>
                <a:sym typeface="Arial"/>
              </a:defRPr>
            </a:lvl9pPr>
          </a:lstStyle>
          <a:p>
            <a:endParaRPr/>
          </a:p>
        </p:txBody>
      </p:sp>
      <p:sp>
        <p:nvSpPr>
          <p:cNvPr id="61" name="Google Shape;61;p9"/>
          <p:cNvSpPr txBox="1">
            <a:spLocks noGrp="1"/>
          </p:cNvSpPr>
          <p:nvPr>
            <p:ph type="body" idx="1"/>
          </p:nvPr>
        </p:nvSpPr>
        <p:spPr>
          <a:xfrm>
            <a:off x="1618705" y="10079261"/>
            <a:ext cx="14511313" cy="28517564"/>
          </a:xfrm>
          <a:prstGeom prst="rect">
            <a:avLst/>
          </a:prstGeom>
          <a:noFill/>
          <a:ln>
            <a:noFill/>
          </a:ln>
        </p:spPr>
        <p:txBody>
          <a:bodyPr spcFirstLastPara="1" wrap="square" lIns="226300" tIns="113150" rIns="226300" bIns="113150" anchor="t" anchorCtr="0"/>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2" name="Google Shape;62;p9"/>
          <p:cNvSpPr txBox="1">
            <a:spLocks noGrp="1"/>
          </p:cNvSpPr>
          <p:nvPr>
            <p:ph type="body" idx="2"/>
          </p:nvPr>
        </p:nvSpPr>
        <p:spPr>
          <a:xfrm>
            <a:off x="16274034" y="10079261"/>
            <a:ext cx="14511314" cy="28517564"/>
          </a:xfrm>
          <a:prstGeom prst="rect">
            <a:avLst/>
          </a:prstGeom>
          <a:noFill/>
          <a:ln>
            <a:noFill/>
          </a:ln>
        </p:spPr>
        <p:txBody>
          <a:bodyPr spcFirstLastPara="1" wrap="square" lIns="226300" tIns="113150" rIns="226300" bIns="113150" anchor="t" anchorCtr="0"/>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3" name="Google Shape;63;p9"/>
          <p:cNvSpPr txBox="1">
            <a:spLocks noGrp="1"/>
          </p:cNvSpPr>
          <p:nvPr>
            <p:ph type="dt" idx="10"/>
          </p:nvPr>
        </p:nvSpPr>
        <p:spPr>
          <a:xfrm>
            <a:off x="1619250" y="39349363"/>
            <a:ext cx="7562850" cy="2998787"/>
          </a:xfrm>
          <a:prstGeom prst="rect">
            <a:avLst/>
          </a:prstGeom>
          <a:noFill/>
          <a:ln>
            <a:noFill/>
          </a:ln>
        </p:spPr>
        <p:txBody>
          <a:bodyPr spcFirstLastPara="1" wrap="square" lIns="226300" tIns="113150" rIns="226300" bIns="113150" anchor="t" anchorCtr="0"/>
          <a:lstStyle>
            <a:lvl1pPr marR="0" lvl="0" algn="l" rtl="0">
              <a:lnSpc>
                <a:spcPct val="100000"/>
              </a:lnSpc>
              <a:spcBef>
                <a:spcPts val="0"/>
              </a:spcBef>
              <a:spcAft>
                <a:spcPts val="0"/>
              </a:spcAft>
              <a:buSzPts val="1400"/>
              <a:buNone/>
              <a:defRPr sz="39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9pPr>
          </a:lstStyle>
          <a:p>
            <a:endParaRPr/>
          </a:p>
        </p:txBody>
      </p:sp>
      <p:sp>
        <p:nvSpPr>
          <p:cNvPr id="64" name="Google Shape;64;p9"/>
          <p:cNvSpPr txBox="1">
            <a:spLocks noGrp="1"/>
          </p:cNvSpPr>
          <p:nvPr>
            <p:ph type="ftr" idx="11"/>
          </p:nvPr>
        </p:nvSpPr>
        <p:spPr>
          <a:xfrm>
            <a:off x="11066462" y="39349363"/>
            <a:ext cx="10271125" cy="2998787"/>
          </a:xfrm>
          <a:prstGeom prst="rect">
            <a:avLst/>
          </a:prstGeom>
          <a:noFill/>
          <a:ln>
            <a:noFill/>
          </a:ln>
        </p:spPr>
        <p:txBody>
          <a:bodyPr spcFirstLastPara="1" wrap="square" lIns="226300" tIns="113150" rIns="226300" bIns="113150" anchor="t" anchorCtr="0"/>
          <a:lstStyle>
            <a:lvl1pPr marR="0" lvl="0" algn="l" rtl="0">
              <a:lnSpc>
                <a:spcPct val="100000"/>
              </a:lnSpc>
              <a:spcBef>
                <a:spcPts val="0"/>
              </a:spcBef>
              <a:spcAft>
                <a:spcPts val="0"/>
              </a:spcAft>
              <a:buSzPts val="1400"/>
              <a:buNone/>
              <a:defRPr sz="39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9pPr>
          </a:lstStyle>
          <a:p>
            <a:endParaRPr/>
          </a:p>
        </p:txBody>
      </p:sp>
      <p:sp>
        <p:nvSpPr>
          <p:cNvPr id="65" name="Google Shape;65;p9"/>
          <p:cNvSpPr txBox="1">
            <a:spLocks noGrp="1"/>
          </p:cNvSpPr>
          <p:nvPr>
            <p:ph type="sldNum" idx="12"/>
          </p:nvPr>
        </p:nvSpPr>
        <p:spPr>
          <a:xfrm>
            <a:off x="23221950" y="39349363"/>
            <a:ext cx="7562850" cy="2998787"/>
          </a:xfrm>
          <a:prstGeom prst="rect">
            <a:avLst/>
          </a:prstGeom>
          <a:noFill/>
          <a:ln>
            <a:noFill/>
          </a:ln>
        </p:spPr>
        <p:txBody>
          <a:bodyPr spcFirstLastPara="1" wrap="square" lIns="226300" tIns="113150" rIns="226300" bIns="113150" anchor="t" anchorCtr="0">
            <a:noAutofit/>
          </a:bodyPr>
          <a:lstStyle>
            <a:lvl1pPr marL="0" marR="0" lvl="0"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beçalho da Seção" type="secHead">
  <p:cSld name="SECTION_HEADER">
    <p:spTree>
      <p:nvGrpSpPr>
        <p:cNvPr id="1" name="Shape 66"/>
        <p:cNvGrpSpPr/>
        <p:nvPr/>
      </p:nvGrpSpPr>
      <p:grpSpPr>
        <a:xfrm>
          <a:off x="0" y="0"/>
          <a:ext cx="0" cy="0"/>
          <a:chOff x="0" y="0"/>
          <a:chExt cx="0" cy="0"/>
        </a:xfrm>
      </p:grpSpPr>
      <p:sp>
        <p:nvSpPr>
          <p:cNvPr id="67" name="Google Shape;67;p10"/>
          <p:cNvSpPr txBox="1">
            <a:spLocks noGrp="1"/>
          </p:cNvSpPr>
          <p:nvPr>
            <p:ph type="title"/>
          </p:nvPr>
        </p:nvSpPr>
        <p:spPr>
          <a:xfrm>
            <a:off x="2559322" y="27763469"/>
            <a:ext cx="27543443" cy="8581073"/>
          </a:xfrm>
          <a:prstGeom prst="rect">
            <a:avLst/>
          </a:prstGeom>
          <a:noFill/>
          <a:ln>
            <a:noFill/>
          </a:ln>
        </p:spPr>
        <p:txBody>
          <a:bodyPr spcFirstLastPara="1" wrap="square" lIns="226300" tIns="113150" rIns="226300" bIns="113150" anchor="t" anchorCtr="0"/>
          <a:lstStyle>
            <a:lvl1pPr marR="0" lvl="0" algn="l" rtl="0">
              <a:spcBef>
                <a:spcPts val="0"/>
              </a:spcBef>
              <a:spcAft>
                <a:spcPts val="0"/>
              </a:spcAft>
              <a:buSzPts val="1400"/>
              <a:buNone/>
              <a:defRPr sz="4000" b="1"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112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112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112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112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112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112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112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11200" b="0" i="0" u="none" strike="noStrike" cap="none">
                <a:solidFill>
                  <a:schemeClr val="dk2"/>
                </a:solidFill>
                <a:latin typeface="Arial"/>
                <a:ea typeface="Arial"/>
                <a:cs typeface="Arial"/>
                <a:sym typeface="Arial"/>
              </a:defRPr>
            </a:lvl9pPr>
          </a:lstStyle>
          <a:p>
            <a:endParaRPr/>
          </a:p>
        </p:txBody>
      </p:sp>
      <p:sp>
        <p:nvSpPr>
          <p:cNvPr id="68" name="Google Shape;68;p10"/>
          <p:cNvSpPr txBox="1">
            <a:spLocks noGrp="1"/>
          </p:cNvSpPr>
          <p:nvPr>
            <p:ph type="body" idx="1"/>
          </p:nvPr>
        </p:nvSpPr>
        <p:spPr>
          <a:xfrm>
            <a:off x="2559322" y="18312292"/>
            <a:ext cx="27543443" cy="9451181"/>
          </a:xfrm>
          <a:prstGeom prst="rect">
            <a:avLst/>
          </a:prstGeom>
          <a:noFill/>
          <a:ln>
            <a:noFill/>
          </a:ln>
        </p:spPr>
        <p:txBody>
          <a:bodyPr spcFirstLastPara="1" wrap="square" lIns="226300" tIns="113150" rIns="226300" bIns="113150" anchor="b" anchorCtr="0"/>
          <a:lstStyle>
            <a:lvl1pPr marL="457200" marR="0" lvl="0"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L="1371600" marR="0" lvl="2" indent="-228600" algn="l" rtl="0">
              <a:spcBef>
                <a:spcPts val="32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3pPr>
            <a:lvl4pPr marL="1828800" marR="0" lvl="3" indent="-228600" algn="l" rtl="0">
              <a:spcBef>
                <a:spcPts val="28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spcBef>
                <a:spcPts val="28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228600" algn="l" rtl="0">
              <a:spcBef>
                <a:spcPts val="28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3200400" marR="0" lvl="6" indent="-228600" algn="l" rtl="0">
              <a:spcBef>
                <a:spcPts val="28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3657600" marR="0" lvl="7" indent="-228600" algn="l" rtl="0">
              <a:spcBef>
                <a:spcPts val="28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4114800" marR="0" lvl="8" indent="-228600" algn="l" rtl="0">
              <a:spcBef>
                <a:spcPts val="28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endParaRPr/>
          </a:p>
        </p:txBody>
      </p:sp>
      <p:sp>
        <p:nvSpPr>
          <p:cNvPr id="69" name="Google Shape;69;p10"/>
          <p:cNvSpPr txBox="1">
            <a:spLocks noGrp="1"/>
          </p:cNvSpPr>
          <p:nvPr>
            <p:ph type="dt" idx="10"/>
          </p:nvPr>
        </p:nvSpPr>
        <p:spPr>
          <a:xfrm>
            <a:off x="1619250" y="39349363"/>
            <a:ext cx="7562850" cy="2998787"/>
          </a:xfrm>
          <a:prstGeom prst="rect">
            <a:avLst/>
          </a:prstGeom>
          <a:noFill/>
          <a:ln>
            <a:noFill/>
          </a:ln>
        </p:spPr>
        <p:txBody>
          <a:bodyPr spcFirstLastPara="1" wrap="square" lIns="226300" tIns="113150" rIns="226300" bIns="113150" anchor="t" anchorCtr="0"/>
          <a:lstStyle>
            <a:lvl1pPr marR="0" lvl="0" algn="l" rtl="0">
              <a:lnSpc>
                <a:spcPct val="100000"/>
              </a:lnSpc>
              <a:spcBef>
                <a:spcPts val="0"/>
              </a:spcBef>
              <a:spcAft>
                <a:spcPts val="0"/>
              </a:spcAft>
              <a:buSzPts val="1400"/>
              <a:buNone/>
              <a:defRPr sz="39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9pPr>
          </a:lstStyle>
          <a:p>
            <a:endParaRPr/>
          </a:p>
        </p:txBody>
      </p:sp>
      <p:sp>
        <p:nvSpPr>
          <p:cNvPr id="70" name="Google Shape;70;p10"/>
          <p:cNvSpPr txBox="1">
            <a:spLocks noGrp="1"/>
          </p:cNvSpPr>
          <p:nvPr>
            <p:ph type="ftr" idx="11"/>
          </p:nvPr>
        </p:nvSpPr>
        <p:spPr>
          <a:xfrm>
            <a:off x="11066462" y="39349363"/>
            <a:ext cx="10271125" cy="2998787"/>
          </a:xfrm>
          <a:prstGeom prst="rect">
            <a:avLst/>
          </a:prstGeom>
          <a:noFill/>
          <a:ln>
            <a:noFill/>
          </a:ln>
        </p:spPr>
        <p:txBody>
          <a:bodyPr spcFirstLastPara="1" wrap="square" lIns="226300" tIns="113150" rIns="226300" bIns="113150" anchor="t" anchorCtr="0"/>
          <a:lstStyle>
            <a:lvl1pPr marR="0" lvl="0" algn="l" rtl="0">
              <a:lnSpc>
                <a:spcPct val="100000"/>
              </a:lnSpc>
              <a:spcBef>
                <a:spcPts val="0"/>
              </a:spcBef>
              <a:spcAft>
                <a:spcPts val="0"/>
              </a:spcAft>
              <a:buSzPts val="1400"/>
              <a:buNone/>
              <a:defRPr sz="39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9pPr>
          </a:lstStyle>
          <a:p>
            <a:endParaRPr/>
          </a:p>
        </p:txBody>
      </p:sp>
      <p:sp>
        <p:nvSpPr>
          <p:cNvPr id="71" name="Google Shape;71;p10"/>
          <p:cNvSpPr txBox="1">
            <a:spLocks noGrp="1"/>
          </p:cNvSpPr>
          <p:nvPr>
            <p:ph type="sldNum" idx="12"/>
          </p:nvPr>
        </p:nvSpPr>
        <p:spPr>
          <a:xfrm>
            <a:off x="23221950" y="39349363"/>
            <a:ext cx="7562850" cy="2998787"/>
          </a:xfrm>
          <a:prstGeom prst="rect">
            <a:avLst/>
          </a:prstGeom>
          <a:noFill/>
          <a:ln>
            <a:noFill/>
          </a:ln>
        </p:spPr>
        <p:txBody>
          <a:bodyPr spcFirstLastPara="1" wrap="square" lIns="226300" tIns="113150" rIns="226300" bIns="113150" anchor="t" anchorCtr="0">
            <a:noAutofit/>
          </a:bodyPr>
          <a:lstStyle>
            <a:lvl1pPr marL="0" marR="0" lvl="0"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e conteúdo" type="obj">
  <p:cSld name="OBJEC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1619250" y="1730375"/>
            <a:ext cx="29165551" cy="7200900"/>
          </a:xfrm>
          <a:prstGeom prst="rect">
            <a:avLst/>
          </a:prstGeom>
          <a:noFill/>
          <a:ln>
            <a:noFill/>
          </a:ln>
        </p:spPr>
        <p:txBody>
          <a:bodyPr spcFirstLastPara="1" wrap="square" lIns="226300" tIns="113150" rIns="226300" bIns="113150" anchor="ctr" anchorCtr="0"/>
          <a:lstStyle>
            <a:lvl1pPr marR="0" lvl="0" algn="ctr" rtl="0">
              <a:spcBef>
                <a:spcPts val="0"/>
              </a:spcBef>
              <a:spcAft>
                <a:spcPts val="0"/>
              </a:spcAft>
              <a:buSzPts val="1400"/>
              <a:buNone/>
              <a:defRPr sz="11200"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112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112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112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112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112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112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112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11200" b="0" i="0" u="none" strike="noStrike" cap="none">
                <a:solidFill>
                  <a:schemeClr val="dk2"/>
                </a:solidFill>
                <a:latin typeface="Arial"/>
                <a:ea typeface="Arial"/>
                <a:cs typeface="Arial"/>
                <a:sym typeface="Arial"/>
              </a:defRPr>
            </a:lvl9pPr>
          </a:lstStyle>
          <a:p>
            <a:endParaRPr/>
          </a:p>
        </p:txBody>
      </p:sp>
      <p:sp>
        <p:nvSpPr>
          <p:cNvPr id="74" name="Google Shape;74;p11"/>
          <p:cNvSpPr txBox="1">
            <a:spLocks noGrp="1"/>
          </p:cNvSpPr>
          <p:nvPr>
            <p:ph type="body" idx="1"/>
          </p:nvPr>
        </p:nvSpPr>
        <p:spPr>
          <a:xfrm>
            <a:off x="1619250" y="10079037"/>
            <a:ext cx="29165551" cy="28517850"/>
          </a:xfrm>
          <a:prstGeom prst="rect">
            <a:avLst/>
          </a:prstGeom>
          <a:noFill/>
          <a:ln>
            <a:noFill/>
          </a:ln>
        </p:spPr>
        <p:txBody>
          <a:bodyPr spcFirstLastPara="1" wrap="square" lIns="226300" tIns="113150" rIns="226300" bIns="113150" anchor="t" anchorCtr="0"/>
          <a:lstStyle>
            <a:lvl1pPr marL="457200" marR="0" lvl="0" indent="-723900" algn="l" rtl="0">
              <a:spcBef>
                <a:spcPts val="1560"/>
              </a:spcBef>
              <a:spcAft>
                <a:spcPts val="0"/>
              </a:spcAft>
              <a:buClr>
                <a:schemeClr val="dk1"/>
              </a:buClr>
              <a:buSzPts val="7800"/>
              <a:buFont typeface="Arial"/>
              <a:buChar char="•"/>
              <a:defRPr sz="7800" b="0" i="0" u="none" strike="noStrike" cap="none">
                <a:solidFill>
                  <a:schemeClr val="dk1"/>
                </a:solidFill>
                <a:latin typeface="Arial"/>
                <a:ea typeface="Arial"/>
                <a:cs typeface="Arial"/>
                <a:sym typeface="Arial"/>
              </a:defRPr>
            </a:lvl1pPr>
            <a:lvl2pPr marL="914400" marR="0" lvl="1" indent="-660400" algn="l" rtl="0">
              <a:spcBef>
                <a:spcPts val="1360"/>
              </a:spcBef>
              <a:spcAft>
                <a:spcPts val="0"/>
              </a:spcAft>
              <a:buClr>
                <a:schemeClr val="dk1"/>
              </a:buClr>
              <a:buSzPts val="6800"/>
              <a:buFont typeface="Arial"/>
              <a:buChar char="–"/>
              <a:defRPr sz="6800" b="0" i="0" u="none" strike="noStrike" cap="none">
                <a:solidFill>
                  <a:schemeClr val="dk1"/>
                </a:solidFill>
                <a:latin typeface="Arial"/>
                <a:ea typeface="Arial"/>
                <a:cs typeface="Arial"/>
                <a:sym typeface="Arial"/>
              </a:defRPr>
            </a:lvl2pPr>
            <a:lvl3pPr marL="1371600" marR="0" lvl="2" indent="-596900" algn="l" rtl="0">
              <a:spcBef>
                <a:spcPts val="1160"/>
              </a:spcBef>
              <a:spcAft>
                <a:spcPts val="0"/>
              </a:spcAft>
              <a:buClr>
                <a:schemeClr val="dk1"/>
              </a:buClr>
              <a:buSzPts val="5800"/>
              <a:buFont typeface="Arial"/>
              <a:buChar char="•"/>
              <a:defRPr sz="5800" b="0" i="0" u="none" strike="noStrike" cap="none">
                <a:solidFill>
                  <a:schemeClr val="dk1"/>
                </a:solidFill>
                <a:latin typeface="Arial"/>
                <a:ea typeface="Arial"/>
                <a:cs typeface="Arial"/>
                <a:sym typeface="Arial"/>
              </a:defRPr>
            </a:lvl3pPr>
            <a:lvl4pPr marL="1828800" marR="0" lvl="3"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4pPr>
            <a:lvl5pPr marL="2286000" marR="0" lvl="4"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5pPr>
            <a:lvl6pPr marL="2743200" marR="0" lvl="5"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6pPr>
            <a:lvl7pPr marL="3200400" marR="0" lvl="6"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7pPr>
            <a:lvl8pPr marL="3657600" marR="0" lvl="7"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8pPr>
            <a:lvl9pPr marL="4114800" marR="0" lvl="8"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9pPr>
          </a:lstStyle>
          <a:p>
            <a:endParaRPr/>
          </a:p>
        </p:txBody>
      </p:sp>
      <p:sp>
        <p:nvSpPr>
          <p:cNvPr id="75" name="Google Shape;75;p11"/>
          <p:cNvSpPr txBox="1">
            <a:spLocks noGrp="1"/>
          </p:cNvSpPr>
          <p:nvPr>
            <p:ph type="dt" idx="10"/>
          </p:nvPr>
        </p:nvSpPr>
        <p:spPr>
          <a:xfrm>
            <a:off x="1619250" y="39349363"/>
            <a:ext cx="7562850" cy="2998787"/>
          </a:xfrm>
          <a:prstGeom prst="rect">
            <a:avLst/>
          </a:prstGeom>
          <a:noFill/>
          <a:ln>
            <a:noFill/>
          </a:ln>
        </p:spPr>
        <p:txBody>
          <a:bodyPr spcFirstLastPara="1" wrap="square" lIns="226300" tIns="113150" rIns="226300" bIns="113150" anchor="t" anchorCtr="0"/>
          <a:lstStyle>
            <a:lvl1pPr marR="0" lvl="0" algn="l" rtl="0">
              <a:lnSpc>
                <a:spcPct val="100000"/>
              </a:lnSpc>
              <a:spcBef>
                <a:spcPts val="0"/>
              </a:spcBef>
              <a:spcAft>
                <a:spcPts val="0"/>
              </a:spcAft>
              <a:buSzPts val="1400"/>
              <a:buNone/>
              <a:defRPr sz="39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9pPr>
          </a:lstStyle>
          <a:p>
            <a:endParaRPr/>
          </a:p>
        </p:txBody>
      </p:sp>
      <p:sp>
        <p:nvSpPr>
          <p:cNvPr id="76" name="Google Shape;76;p11"/>
          <p:cNvSpPr txBox="1">
            <a:spLocks noGrp="1"/>
          </p:cNvSpPr>
          <p:nvPr>
            <p:ph type="ftr" idx="11"/>
          </p:nvPr>
        </p:nvSpPr>
        <p:spPr>
          <a:xfrm>
            <a:off x="11066462" y="39349363"/>
            <a:ext cx="10271125" cy="2998787"/>
          </a:xfrm>
          <a:prstGeom prst="rect">
            <a:avLst/>
          </a:prstGeom>
          <a:noFill/>
          <a:ln>
            <a:noFill/>
          </a:ln>
        </p:spPr>
        <p:txBody>
          <a:bodyPr spcFirstLastPara="1" wrap="square" lIns="226300" tIns="113150" rIns="226300" bIns="113150" anchor="t" anchorCtr="0"/>
          <a:lstStyle>
            <a:lvl1pPr marR="0" lvl="0" algn="l" rtl="0">
              <a:lnSpc>
                <a:spcPct val="100000"/>
              </a:lnSpc>
              <a:spcBef>
                <a:spcPts val="0"/>
              </a:spcBef>
              <a:spcAft>
                <a:spcPts val="0"/>
              </a:spcAft>
              <a:buSzPts val="1400"/>
              <a:buNone/>
              <a:defRPr sz="39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9pPr>
          </a:lstStyle>
          <a:p>
            <a:endParaRPr/>
          </a:p>
        </p:txBody>
      </p:sp>
      <p:sp>
        <p:nvSpPr>
          <p:cNvPr id="77" name="Google Shape;77;p11"/>
          <p:cNvSpPr txBox="1">
            <a:spLocks noGrp="1"/>
          </p:cNvSpPr>
          <p:nvPr>
            <p:ph type="sldNum" idx="12"/>
          </p:nvPr>
        </p:nvSpPr>
        <p:spPr>
          <a:xfrm>
            <a:off x="23221950" y="39349363"/>
            <a:ext cx="7562850" cy="2998787"/>
          </a:xfrm>
          <a:prstGeom prst="rect">
            <a:avLst/>
          </a:prstGeom>
          <a:noFill/>
          <a:ln>
            <a:noFill/>
          </a:ln>
        </p:spPr>
        <p:txBody>
          <a:bodyPr spcFirstLastPara="1" wrap="square" lIns="226300" tIns="113150" rIns="226300" bIns="113150" anchor="t" anchorCtr="0">
            <a:noAutofit/>
          </a:bodyPr>
          <a:lstStyle>
            <a:lvl1pPr marL="0" marR="0" lvl="0"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lide de título" type="title">
  <p:cSld name="TITLE">
    <p:spTree>
      <p:nvGrpSpPr>
        <p:cNvPr id="1" name="Shape 78"/>
        <p:cNvGrpSpPr/>
        <p:nvPr/>
      </p:nvGrpSpPr>
      <p:grpSpPr>
        <a:xfrm>
          <a:off x="0" y="0"/>
          <a:ext cx="0" cy="0"/>
          <a:chOff x="0" y="0"/>
          <a:chExt cx="0" cy="0"/>
        </a:xfrm>
      </p:grpSpPr>
      <p:sp>
        <p:nvSpPr>
          <p:cNvPr id="79" name="Google Shape;79;p12"/>
          <p:cNvSpPr txBox="1">
            <a:spLocks noGrp="1"/>
          </p:cNvSpPr>
          <p:nvPr>
            <p:ph type="ctrTitle"/>
          </p:nvPr>
        </p:nvSpPr>
        <p:spPr>
          <a:xfrm>
            <a:off x="2430306" y="13421680"/>
            <a:ext cx="27543443" cy="9261157"/>
          </a:xfrm>
          <a:prstGeom prst="rect">
            <a:avLst/>
          </a:prstGeom>
          <a:noFill/>
          <a:ln>
            <a:noFill/>
          </a:ln>
        </p:spPr>
        <p:txBody>
          <a:bodyPr spcFirstLastPara="1" wrap="square" lIns="226300" tIns="113150" rIns="226300" bIns="113150" anchor="ctr" anchorCtr="0"/>
          <a:lstStyle>
            <a:lvl1pPr marR="0" lvl="0" algn="ctr" rtl="0">
              <a:spcBef>
                <a:spcPts val="0"/>
              </a:spcBef>
              <a:spcAft>
                <a:spcPts val="0"/>
              </a:spcAft>
              <a:buSzPts val="1400"/>
              <a:buNone/>
              <a:defRPr sz="11200"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112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112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112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112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112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112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112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11200" b="0" i="0" u="none" strike="noStrike" cap="none">
                <a:solidFill>
                  <a:schemeClr val="dk2"/>
                </a:solidFill>
                <a:latin typeface="Arial"/>
                <a:ea typeface="Arial"/>
                <a:cs typeface="Arial"/>
                <a:sym typeface="Arial"/>
              </a:defRPr>
            </a:lvl9pPr>
          </a:lstStyle>
          <a:p>
            <a:endParaRPr/>
          </a:p>
        </p:txBody>
      </p:sp>
      <p:sp>
        <p:nvSpPr>
          <p:cNvPr id="80" name="Google Shape;80;p12"/>
          <p:cNvSpPr txBox="1">
            <a:spLocks noGrp="1"/>
          </p:cNvSpPr>
          <p:nvPr>
            <p:ph type="subTitle" idx="1"/>
          </p:nvPr>
        </p:nvSpPr>
        <p:spPr>
          <a:xfrm>
            <a:off x="4860608" y="24483059"/>
            <a:ext cx="22682835" cy="11041380"/>
          </a:xfrm>
          <a:prstGeom prst="rect">
            <a:avLst/>
          </a:prstGeom>
          <a:noFill/>
          <a:ln>
            <a:noFill/>
          </a:ln>
        </p:spPr>
        <p:txBody>
          <a:bodyPr spcFirstLastPara="1" wrap="square" lIns="226300" tIns="113150" rIns="226300" bIns="113150" anchor="t" anchorCtr="0"/>
          <a:lstStyle>
            <a:lvl1pPr marR="0" lvl="0" algn="ctr" rtl="0">
              <a:spcBef>
                <a:spcPts val="1560"/>
              </a:spcBef>
              <a:spcAft>
                <a:spcPts val="0"/>
              </a:spcAft>
              <a:buClr>
                <a:schemeClr val="dk1"/>
              </a:buClr>
              <a:buSzPts val="7800"/>
              <a:buFont typeface="Arial"/>
              <a:buNone/>
              <a:defRPr sz="7800" b="0" i="0" u="none" strike="noStrike" cap="none">
                <a:solidFill>
                  <a:schemeClr val="dk1"/>
                </a:solidFill>
                <a:latin typeface="Arial"/>
                <a:ea typeface="Arial"/>
                <a:cs typeface="Arial"/>
                <a:sym typeface="Arial"/>
              </a:defRPr>
            </a:lvl1pPr>
            <a:lvl2pPr marR="0" lvl="1" algn="ctr" rtl="0">
              <a:spcBef>
                <a:spcPts val="1360"/>
              </a:spcBef>
              <a:spcAft>
                <a:spcPts val="0"/>
              </a:spcAft>
              <a:buClr>
                <a:schemeClr val="dk1"/>
              </a:buClr>
              <a:buSzPts val="6800"/>
              <a:buFont typeface="Arial"/>
              <a:buNone/>
              <a:defRPr sz="6800" b="0" i="0" u="none" strike="noStrike" cap="none">
                <a:solidFill>
                  <a:schemeClr val="dk1"/>
                </a:solidFill>
                <a:latin typeface="Arial"/>
                <a:ea typeface="Arial"/>
                <a:cs typeface="Arial"/>
                <a:sym typeface="Arial"/>
              </a:defRPr>
            </a:lvl2pPr>
            <a:lvl3pPr marR="0" lvl="2" algn="ctr" rtl="0">
              <a:spcBef>
                <a:spcPts val="1160"/>
              </a:spcBef>
              <a:spcAft>
                <a:spcPts val="0"/>
              </a:spcAft>
              <a:buClr>
                <a:schemeClr val="dk1"/>
              </a:buClr>
              <a:buSzPts val="5800"/>
              <a:buFont typeface="Arial"/>
              <a:buNone/>
              <a:defRPr sz="5800" b="0" i="0" u="none" strike="noStrike" cap="none">
                <a:solidFill>
                  <a:schemeClr val="dk1"/>
                </a:solidFill>
                <a:latin typeface="Arial"/>
                <a:ea typeface="Arial"/>
                <a:cs typeface="Arial"/>
                <a:sym typeface="Arial"/>
              </a:defRPr>
            </a:lvl3pPr>
            <a:lvl4pPr marR="0" lvl="3" algn="ctr" rtl="0">
              <a:spcBef>
                <a:spcPts val="96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4pPr>
            <a:lvl5pPr marR="0" lvl="4" algn="ctr" rtl="0">
              <a:spcBef>
                <a:spcPts val="96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5pPr>
            <a:lvl6pPr marR="0" lvl="5" algn="ctr" rtl="0">
              <a:spcBef>
                <a:spcPts val="96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6pPr>
            <a:lvl7pPr marR="0" lvl="6" algn="ctr" rtl="0">
              <a:spcBef>
                <a:spcPts val="96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7pPr>
            <a:lvl8pPr marR="0" lvl="7" algn="ctr" rtl="0">
              <a:spcBef>
                <a:spcPts val="96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8pPr>
            <a:lvl9pPr marR="0" lvl="8" algn="ctr" rtl="0">
              <a:spcBef>
                <a:spcPts val="96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9pPr>
          </a:lstStyle>
          <a:p>
            <a:endParaRPr/>
          </a:p>
        </p:txBody>
      </p:sp>
      <p:sp>
        <p:nvSpPr>
          <p:cNvPr id="81" name="Google Shape;81;p12"/>
          <p:cNvSpPr txBox="1">
            <a:spLocks noGrp="1"/>
          </p:cNvSpPr>
          <p:nvPr>
            <p:ph type="dt" idx="10"/>
          </p:nvPr>
        </p:nvSpPr>
        <p:spPr>
          <a:xfrm>
            <a:off x="1619250" y="39349363"/>
            <a:ext cx="7562850" cy="2998787"/>
          </a:xfrm>
          <a:prstGeom prst="rect">
            <a:avLst/>
          </a:prstGeom>
          <a:noFill/>
          <a:ln>
            <a:noFill/>
          </a:ln>
        </p:spPr>
        <p:txBody>
          <a:bodyPr spcFirstLastPara="1" wrap="square" lIns="226300" tIns="113150" rIns="226300" bIns="113150" anchor="t" anchorCtr="0"/>
          <a:lstStyle>
            <a:lvl1pPr marR="0" lvl="0" algn="l" rtl="0">
              <a:lnSpc>
                <a:spcPct val="100000"/>
              </a:lnSpc>
              <a:spcBef>
                <a:spcPts val="0"/>
              </a:spcBef>
              <a:spcAft>
                <a:spcPts val="0"/>
              </a:spcAft>
              <a:buSzPts val="1400"/>
              <a:buNone/>
              <a:defRPr sz="39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9pPr>
          </a:lstStyle>
          <a:p>
            <a:endParaRPr/>
          </a:p>
        </p:txBody>
      </p:sp>
      <p:sp>
        <p:nvSpPr>
          <p:cNvPr id="82" name="Google Shape;82;p12"/>
          <p:cNvSpPr txBox="1">
            <a:spLocks noGrp="1"/>
          </p:cNvSpPr>
          <p:nvPr>
            <p:ph type="ftr" idx="11"/>
          </p:nvPr>
        </p:nvSpPr>
        <p:spPr>
          <a:xfrm>
            <a:off x="11066462" y="39349363"/>
            <a:ext cx="10271125" cy="2998787"/>
          </a:xfrm>
          <a:prstGeom prst="rect">
            <a:avLst/>
          </a:prstGeom>
          <a:noFill/>
          <a:ln>
            <a:noFill/>
          </a:ln>
        </p:spPr>
        <p:txBody>
          <a:bodyPr spcFirstLastPara="1" wrap="square" lIns="226300" tIns="113150" rIns="226300" bIns="113150" anchor="t" anchorCtr="0"/>
          <a:lstStyle>
            <a:lvl1pPr marR="0" lvl="0" algn="l" rtl="0">
              <a:lnSpc>
                <a:spcPct val="100000"/>
              </a:lnSpc>
              <a:spcBef>
                <a:spcPts val="0"/>
              </a:spcBef>
              <a:spcAft>
                <a:spcPts val="0"/>
              </a:spcAft>
              <a:buSzPts val="1400"/>
              <a:buNone/>
              <a:defRPr sz="39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9pPr>
          </a:lstStyle>
          <a:p>
            <a:endParaRPr/>
          </a:p>
        </p:txBody>
      </p:sp>
      <p:sp>
        <p:nvSpPr>
          <p:cNvPr id="83" name="Google Shape;83;p12"/>
          <p:cNvSpPr txBox="1">
            <a:spLocks noGrp="1"/>
          </p:cNvSpPr>
          <p:nvPr>
            <p:ph type="sldNum" idx="12"/>
          </p:nvPr>
        </p:nvSpPr>
        <p:spPr>
          <a:xfrm>
            <a:off x="23221950" y="39349363"/>
            <a:ext cx="7562850" cy="2998787"/>
          </a:xfrm>
          <a:prstGeom prst="rect">
            <a:avLst/>
          </a:prstGeom>
          <a:noFill/>
          <a:ln>
            <a:noFill/>
          </a:ln>
        </p:spPr>
        <p:txBody>
          <a:bodyPr spcFirstLastPara="1" wrap="square" lIns="226300" tIns="113150" rIns="226300" bIns="113150" anchor="t" anchorCtr="0">
            <a:noAutofit/>
          </a:bodyPr>
          <a:lstStyle>
            <a:lvl1pPr marL="0" marR="0" lvl="0"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3700"/>
              <a:buFont typeface="Arial"/>
              <a:buNone/>
              <a:defRPr sz="3700" b="0" i="0" u="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619250" y="1730375"/>
            <a:ext cx="29165551" cy="7200900"/>
          </a:xfrm>
          <a:prstGeom prst="rect">
            <a:avLst/>
          </a:prstGeom>
          <a:noFill/>
          <a:ln>
            <a:noFill/>
          </a:ln>
        </p:spPr>
        <p:txBody>
          <a:bodyPr spcFirstLastPara="1" wrap="square" lIns="226300" tIns="113150" rIns="226300" bIns="113150" anchor="ctr" anchorCtr="0"/>
          <a:lstStyle>
            <a:lvl1pPr marR="0" lvl="0" algn="ctr" rtl="0">
              <a:spcBef>
                <a:spcPts val="0"/>
              </a:spcBef>
              <a:spcAft>
                <a:spcPts val="0"/>
              </a:spcAft>
              <a:buSzPts val="1400"/>
              <a:buNone/>
              <a:defRPr sz="11200"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112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112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112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112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112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112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112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11200" b="0" i="0" u="none" strike="noStrike" cap="none">
                <a:solidFill>
                  <a:schemeClr val="dk2"/>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1619250" y="10079037"/>
            <a:ext cx="29165551" cy="28517850"/>
          </a:xfrm>
          <a:prstGeom prst="rect">
            <a:avLst/>
          </a:prstGeom>
          <a:noFill/>
          <a:ln>
            <a:noFill/>
          </a:ln>
        </p:spPr>
        <p:txBody>
          <a:bodyPr spcFirstLastPara="1" wrap="square" lIns="226300" tIns="113150" rIns="226300" bIns="113150" anchor="t" anchorCtr="0"/>
          <a:lstStyle>
            <a:lvl1pPr marL="457200" marR="0" lvl="0" indent="-723900" algn="l" rtl="0">
              <a:spcBef>
                <a:spcPts val="1560"/>
              </a:spcBef>
              <a:spcAft>
                <a:spcPts val="0"/>
              </a:spcAft>
              <a:buClr>
                <a:schemeClr val="dk1"/>
              </a:buClr>
              <a:buSzPts val="7800"/>
              <a:buFont typeface="Arial"/>
              <a:buChar char="•"/>
              <a:defRPr sz="7800" b="0" i="0" u="none" strike="noStrike" cap="none">
                <a:solidFill>
                  <a:schemeClr val="dk1"/>
                </a:solidFill>
                <a:latin typeface="Arial"/>
                <a:ea typeface="Arial"/>
                <a:cs typeface="Arial"/>
                <a:sym typeface="Arial"/>
              </a:defRPr>
            </a:lvl1pPr>
            <a:lvl2pPr marL="914400" marR="0" lvl="1" indent="-660400" algn="l" rtl="0">
              <a:spcBef>
                <a:spcPts val="1360"/>
              </a:spcBef>
              <a:spcAft>
                <a:spcPts val="0"/>
              </a:spcAft>
              <a:buClr>
                <a:schemeClr val="dk1"/>
              </a:buClr>
              <a:buSzPts val="6800"/>
              <a:buFont typeface="Arial"/>
              <a:buChar char="–"/>
              <a:defRPr sz="6800" b="0" i="0" u="none" strike="noStrike" cap="none">
                <a:solidFill>
                  <a:schemeClr val="dk1"/>
                </a:solidFill>
                <a:latin typeface="Arial"/>
                <a:ea typeface="Arial"/>
                <a:cs typeface="Arial"/>
                <a:sym typeface="Arial"/>
              </a:defRPr>
            </a:lvl2pPr>
            <a:lvl3pPr marL="1371600" marR="0" lvl="2" indent="-596900" algn="l" rtl="0">
              <a:spcBef>
                <a:spcPts val="1160"/>
              </a:spcBef>
              <a:spcAft>
                <a:spcPts val="0"/>
              </a:spcAft>
              <a:buClr>
                <a:schemeClr val="dk1"/>
              </a:buClr>
              <a:buSzPts val="5800"/>
              <a:buFont typeface="Arial"/>
              <a:buChar char="•"/>
              <a:defRPr sz="5800" b="0" i="0" u="none" strike="noStrike" cap="none">
                <a:solidFill>
                  <a:schemeClr val="dk1"/>
                </a:solidFill>
                <a:latin typeface="Arial"/>
                <a:ea typeface="Arial"/>
                <a:cs typeface="Arial"/>
                <a:sym typeface="Arial"/>
              </a:defRPr>
            </a:lvl3pPr>
            <a:lvl4pPr marL="1828800" marR="0" lvl="3"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4pPr>
            <a:lvl5pPr marL="2286000" marR="0" lvl="4"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5pPr>
            <a:lvl6pPr marL="2743200" marR="0" lvl="5"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6pPr>
            <a:lvl7pPr marL="3200400" marR="0" lvl="6"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7pPr>
            <a:lvl8pPr marL="3657600" marR="0" lvl="7"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8pPr>
            <a:lvl9pPr marL="4114800" marR="0" lvl="8"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1619250" y="39349363"/>
            <a:ext cx="7562850" cy="2998787"/>
          </a:xfrm>
          <a:prstGeom prst="rect">
            <a:avLst/>
          </a:prstGeom>
          <a:noFill/>
          <a:ln>
            <a:noFill/>
          </a:ln>
        </p:spPr>
        <p:txBody>
          <a:bodyPr spcFirstLastPara="1" wrap="square" lIns="226300" tIns="113150" rIns="226300" bIns="113150" anchor="t" anchorCtr="0"/>
          <a:lstStyle>
            <a:lvl1pPr marR="0" lvl="0"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11066462" y="39349363"/>
            <a:ext cx="10271125" cy="2998787"/>
          </a:xfrm>
          <a:prstGeom prst="rect">
            <a:avLst/>
          </a:prstGeom>
          <a:noFill/>
          <a:ln>
            <a:noFill/>
          </a:ln>
        </p:spPr>
        <p:txBody>
          <a:bodyPr spcFirstLastPara="1" wrap="square" lIns="226300" tIns="113150" rIns="226300" bIns="113150" anchor="t" anchorCtr="0"/>
          <a:lstStyle>
            <a:lvl1pPr marR="0" lvl="0"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39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23221950" y="39349363"/>
            <a:ext cx="7562850" cy="2998787"/>
          </a:xfrm>
          <a:prstGeom prst="rect">
            <a:avLst/>
          </a:prstGeom>
          <a:noFill/>
          <a:ln>
            <a:noFill/>
          </a:ln>
        </p:spPr>
        <p:txBody>
          <a:bodyPr spcFirstLastPara="1" wrap="square" lIns="226300" tIns="113150" rIns="226300" bIns="113150" anchor="t" anchorCtr="0">
            <a:noAutofit/>
          </a:bodyPr>
          <a:lstStyle>
            <a:lvl1pPr marL="0" marR="0" lvl="0" indent="0" algn="r"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99" name="Google Shape;99;p13"/>
          <p:cNvSpPr txBox="1"/>
          <p:nvPr/>
        </p:nvSpPr>
        <p:spPr>
          <a:xfrm>
            <a:off x="16202026" y="9708494"/>
            <a:ext cx="15716100" cy="29867882"/>
          </a:xfrm>
          <a:prstGeom prst="rect">
            <a:avLst/>
          </a:prstGeom>
          <a:noFill/>
          <a:ln w="88900" cap="flat" cmpd="sng">
            <a:solidFill>
              <a:srgbClr val="37AD9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3900" b="0" i="0" u="none">
              <a:solidFill>
                <a:schemeClr val="dk1"/>
              </a:solidFill>
              <a:latin typeface="Arial"/>
              <a:ea typeface="Arial"/>
              <a:cs typeface="Arial"/>
              <a:sym typeface="Arial"/>
            </a:endParaRPr>
          </a:p>
        </p:txBody>
      </p:sp>
      <p:sp>
        <p:nvSpPr>
          <p:cNvPr id="89" name="Google Shape;89;p13"/>
          <p:cNvSpPr txBox="1"/>
          <p:nvPr/>
        </p:nvSpPr>
        <p:spPr>
          <a:xfrm>
            <a:off x="485775" y="9721850"/>
            <a:ext cx="15430500" cy="29854525"/>
          </a:xfrm>
          <a:prstGeom prst="rect">
            <a:avLst/>
          </a:prstGeom>
          <a:noFill/>
          <a:ln w="88900" cap="flat" cmpd="sng">
            <a:solidFill>
              <a:srgbClr val="37AD9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3900" b="0" i="0" u="none">
              <a:solidFill>
                <a:schemeClr val="dk1"/>
              </a:solidFill>
              <a:latin typeface="Arial"/>
              <a:ea typeface="Arial"/>
              <a:cs typeface="Arial"/>
              <a:sym typeface="Arial"/>
            </a:endParaRPr>
          </a:p>
        </p:txBody>
      </p:sp>
      <p:sp>
        <p:nvSpPr>
          <p:cNvPr id="88" name="Google Shape;88;p13"/>
          <p:cNvSpPr txBox="1"/>
          <p:nvPr/>
        </p:nvSpPr>
        <p:spPr>
          <a:xfrm>
            <a:off x="485775" y="9907587"/>
            <a:ext cx="15359063" cy="1254125"/>
          </a:xfrm>
          <a:prstGeom prst="rect">
            <a:avLst/>
          </a:prstGeom>
          <a:noFill/>
          <a:ln>
            <a:noFill/>
          </a:ln>
        </p:spPr>
        <p:txBody>
          <a:bodyPr spcFirstLastPara="1" wrap="square" lIns="226300" tIns="113150" rIns="226300" bIns="113150" anchor="ctr" anchorCtr="0">
            <a:noAutofit/>
          </a:bodyPr>
          <a:lstStyle/>
          <a:p>
            <a:pPr marL="0" marR="0" lvl="0" indent="0" algn="ctr" rtl="0">
              <a:lnSpc>
                <a:spcPct val="100000"/>
              </a:lnSpc>
              <a:spcBef>
                <a:spcPts val="0"/>
              </a:spcBef>
              <a:spcAft>
                <a:spcPts val="0"/>
              </a:spcAft>
              <a:buClr>
                <a:srgbClr val="37AD9D"/>
              </a:buClr>
              <a:buSzPts val="6000"/>
              <a:buFont typeface="Arial"/>
              <a:buNone/>
            </a:pPr>
            <a:r>
              <a:rPr lang="pt-BR" sz="6000" b="1" i="0" u="none" strike="noStrike" cap="none" dirty="0" smtClean="0">
                <a:solidFill>
                  <a:srgbClr val="37AD9D"/>
                </a:solidFill>
                <a:sym typeface="Arial"/>
              </a:rPr>
              <a:t>Introdução</a:t>
            </a:r>
            <a:endParaRPr lang="pt-BR" dirty="0"/>
          </a:p>
        </p:txBody>
      </p:sp>
      <p:sp>
        <p:nvSpPr>
          <p:cNvPr id="90" name="Google Shape;90;p13"/>
          <p:cNvSpPr txBox="1"/>
          <p:nvPr/>
        </p:nvSpPr>
        <p:spPr>
          <a:xfrm>
            <a:off x="985837" y="11744325"/>
            <a:ext cx="14358936" cy="1482725"/>
          </a:xfrm>
          <a:prstGeom prst="rect">
            <a:avLst/>
          </a:prstGeom>
          <a:noFill/>
          <a:ln>
            <a:noFill/>
          </a:ln>
        </p:spPr>
        <p:txBody>
          <a:bodyPr spcFirstLastPara="1" wrap="square" lIns="96750" tIns="48375" rIns="96750" bIns="48375" anchor="t" anchorCtr="0">
            <a:noAutofit/>
          </a:bodyPr>
          <a:lstStyle/>
          <a:p>
            <a:pPr marL="0" marR="0" lvl="0" indent="0" algn="just" rtl="0">
              <a:lnSpc>
                <a:spcPct val="100000"/>
              </a:lnSpc>
              <a:spcBef>
                <a:spcPts val="0"/>
              </a:spcBef>
              <a:spcAft>
                <a:spcPts val="0"/>
              </a:spcAft>
              <a:buClr>
                <a:schemeClr val="dk1"/>
              </a:buClr>
              <a:buSzPts val="3600"/>
              <a:buFont typeface="Arial"/>
              <a:buNone/>
            </a:pPr>
            <a:r>
              <a:rPr lang="en-US" sz="3600" b="0" i="0" u="none">
                <a:solidFill>
                  <a:schemeClr val="dk1"/>
                </a:solidFill>
                <a:latin typeface="Arial"/>
                <a:ea typeface="Arial"/>
                <a:cs typeface="Arial"/>
                <a:sym typeface="Arial"/>
              </a:rPr>
              <a:t>	</a:t>
            </a:r>
            <a:endParaRPr/>
          </a:p>
          <a:p>
            <a:pPr marL="0" marR="0" lvl="0" indent="0" algn="l" rtl="0">
              <a:lnSpc>
                <a:spcPct val="100000"/>
              </a:lnSpc>
              <a:spcBef>
                <a:spcPts val="0"/>
              </a:spcBef>
              <a:spcAft>
                <a:spcPts val="0"/>
              </a:spcAft>
              <a:buNone/>
            </a:pPr>
            <a:endParaRPr sz="3600" b="0" i="0" u="none">
              <a:solidFill>
                <a:schemeClr val="dk1"/>
              </a:solidFill>
              <a:latin typeface="Arial"/>
              <a:ea typeface="Arial"/>
              <a:cs typeface="Arial"/>
              <a:sym typeface="Arial"/>
            </a:endParaRPr>
          </a:p>
        </p:txBody>
      </p:sp>
      <p:sp>
        <p:nvSpPr>
          <p:cNvPr id="91" name="Google Shape;91;p13"/>
          <p:cNvSpPr txBox="1"/>
          <p:nvPr/>
        </p:nvSpPr>
        <p:spPr>
          <a:xfrm>
            <a:off x="638155" y="21838701"/>
            <a:ext cx="15359100" cy="1344600"/>
          </a:xfrm>
          <a:prstGeom prst="rect">
            <a:avLst/>
          </a:prstGeom>
          <a:noFill/>
          <a:ln>
            <a:noFill/>
          </a:ln>
        </p:spPr>
        <p:txBody>
          <a:bodyPr spcFirstLastPara="1" wrap="square" lIns="226300" tIns="113150" rIns="226300" bIns="113150" anchor="ctr" anchorCtr="0">
            <a:noAutofit/>
          </a:bodyPr>
          <a:lstStyle/>
          <a:p>
            <a:pPr marL="0" marR="0" lvl="0" indent="0" algn="ctr" rtl="0">
              <a:lnSpc>
                <a:spcPct val="100000"/>
              </a:lnSpc>
              <a:spcBef>
                <a:spcPts val="0"/>
              </a:spcBef>
              <a:spcAft>
                <a:spcPts val="0"/>
              </a:spcAft>
              <a:buClr>
                <a:srgbClr val="37AD9D"/>
              </a:buClr>
              <a:buSzPts val="6000"/>
              <a:buFont typeface="Arial"/>
              <a:buNone/>
            </a:pPr>
            <a:r>
              <a:rPr lang="pt-BR" sz="6000" b="1" i="0" u="none" dirty="0" smtClean="0">
                <a:solidFill>
                  <a:srgbClr val="37AD9D"/>
                </a:solidFill>
                <a:sym typeface="Arial"/>
              </a:rPr>
              <a:t>Metodologia</a:t>
            </a:r>
            <a:endParaRPr lang="pt-BR" dirty="0"/>
          </a:p>
        </p:txBody>
      </p:sp>
      <p:sp>
        <p:nvSpPr>
          <p:cNvPr id="92" name="Google Shape;92;p13"/>
          <p:cNvSpPr txBox="1"/>
          <p:nvPr/>
        </p:nvSpPr>
        <p:spPr>
          <a:xfrm>
            <a:off x="16295688" y="26116675"/>
            <a:ext cx="15716250" cy="1344612"/>
          </a:xfrm>
          <a:prstGeom prst="rect">
            <a:avLst/>
          </a:prstGeom>
          <a:noFill/>
          <a:ln>
            <a:noFill/>
          </a:ln>
        </p:spPr>
        <p:txBody>
          <a:bodyPr spcFirstLastPara="1" wrap="square" lIns="226300" tIns="113150" rIns="226300" bIns="113150" anchor="ctr" anchorCtr="0">
            <a:noAutofit/>
          </a:bodyPr>
          <a:lstStyle/>
          <a:p>
            <a:pPr marL="0" marR="0" lvl="0" indent="0" algn="ctr" rtl="0">
              <a:lnSpc>
                <a:spcPct val="100000"/>
              </a:lnSpc>
              <a:spcBef>
                <a:spcPts val="0"/>
              </a:spcBef>
              <a:spcAft>
                <a:spcPts val="0"/>
              </a:spcAft>
              <a:buClr>
                <a:srgbClr val="37AD9D"/>
              </a:buClr>
              <a:buSzPts val="6000"/>
              <a:buFont typeface="Arial"/>
              <a:buNone/>
            </a:pPr>
            <a:r>
              <a:rPr lang="en-US" sz="6000" b="1" i="0" u="none" dirty="0" err="1">
                <a:solidFill>
                  <a:srgbClr val="37AD9D"/>
                </a:solidFill>
                <a:latin typeface="Arial"/>
                <a:ea typeface="Arial"/>
                <a:cs typeface="Arial"/>
                <a:sym typeface="Arial"/>
              </a:rPr>
              <a:t>Conclusões</a:t>
            </a:r>
            <a:endParaRPr dirty="0"/>
          </a:p>
        </p:txBody>
      </p:sp>
      <p:sp>
        <p:nvSpPr>
          <p:cNvPr id="93" name="Google Shape;93;p13"/>
          <p:cNvSpPr txBox="1"/>
          <p:nvPr/>
        </p:nvSpPr>
        <p:spPr>
          <a:xfrm>
            <a:off x="16273463" y="35032950"/>
            <a:ext cx="15716250" cy="1344612"/>
          </a:xfrm>
          <a:prstGeom prst="rect">
            <a:avLst/>
          </a:prstGeom>
          <a:noFill/>
          <a:ln>
            <a:noFill/>
          </a:ln>
        </p:spPr>
        <p:txBody>
          <a:bodyPr spcFirstLastPara="1" wrap="square" lIns="226300" tIns="113150" rIns="226300" bIns="113150" anchor="ctr" anchorCtr="0">
            <a:noAutofit/>
          </a:bodyPr>
          <a:lstStyle/>
          <a:p>
            <a:pPr marL="0" marR="0" lvl="0" indent="0" algn="ctr" rtl="0">
              <a:lnSpc>
                <a:spcPct val="100000"/>
              </a:lnSpc>
              <a:spcBef>
                <a:spcPts val="0"/>
              </a:spcBef>
              <a:spcAft>
                <a:spcPts val="0"/>
              </a:spcAft>
              <a:buClr>
                <a:srgbClr val="37AD9D"/>
              </a:buClr>
              <a:buSzPts val="6000"/>
              <a:buFont typeface="Arial"/>
              <a:buNone/>
            </a:pPr>
            <a:r>
              <a:rPr lang="en-US" sz="6000" b="1" i="0" u="none">
                <a:solidFill>
                  <a:srgbClr val="37AD9D"/>
                </a:solidFill>
                <a:latin typeface="Arial"/>
                <a:ea typeface="Arial"/>
                <a:cs typeface="Arial"/>
                <a:sym typeface="Arial"/>
              </a:rPr>
              <a:t>Referências</a:t>
            </a:r>
            <a:r>
              <a:rPr lang="en-US" sz="6000" b="1" i="0" u="none">
                <a:solidFill>
                  <a:schemeClr val="accent2"/>
                </a:solidFill>
                <a:latin typeface="Arial"/>
                <a:ea typeface="Arial"/>
                <a:cs typeface="Arial"/>
                <a:sym typeface="Arial"/>
              </a:rPr>
              <a:t> </a:t>
            </a:r>
            <a:r>
              <a:rPr lang="en-US" sz="6000" b="1" i="0" u="none">
                <a:solidFill>
                  <a:srgbClr val="37AD9D"/>
                </a:solidFill>
                <a:latin typeface="Arial"/>
                <a:ea typeface="Arial"/>
                <a:cs typeface="Arial"/>
                <a:sym typeface="Arial"/>
              </a:rPr>
              <a:t>Bibliográficas</a:t>
            </a:r>
            <a:endParaRPr/>
          </a:p>
        </p:txBody>
      </p:sp>
      <p:sp>
        <p:nvSpPr>
          <p:cNvPr id="94" name="Google Shape;94;p13"/>
          <p:cNvSpPr txBox="1"/>
          <p:nvPr/>
        </p:nvSpPr>
        <p:spPr>
          <a:xfrm>
            <a:off x="16844963" y="27532013"/>
            <a:ext cx="14617700" cy="652462"/>
          </a:xfrm>
          <a:prstGeom prst="rect">
            <a:avLst/>
          </a:prstGeom>
          <a:noFill/>
          <a:ln>
            <a:noFill/>
          </a:ln>
        </p:spPr>
        <p:txBody>
          <a:bodyPr spcFirstLastPara="1" wrap="square" lIns="96750" tIns="48375" rIns="96750" bIns="48375" anchor="t" anchorCtr="0">
            <a:noAutofit/>
          </a:bodyPr>
          <a:lstStyle/>
          <a:p>
            <a:pPr marL="0" marR="0" lvl="0" indent="0" algn="just" rtl="0">
              <a:lnSpc>
                <a:spcPct val="100000"/>
              </a:lnSpc>
              <a:spcBef>
                <a:spcPts val="0"/>
              </a:spcBef>
              <a:spcAft>
                <a:spcPts val="0"/>
              </a:spcAft>
              <a:buClr>
                <a:schemeClr val="dk1"/>
              </a:buClr>
              <a:buSzPts val="3600"/>
              <a:buFont typeface="Arial"/>
              <a:buNone/>
            </a:pPr>
            <a:r>
              <a:rPr lang="en-US" sz="3600" b="0" i="0" u="none">
                <a:solidFill>
                  <a:schemeClr val="dk1"/>
                </a:solidFill>
                <a:latin typeface="Arial"/>
                <a:ea typeface="Arial"/>
                <a:cs typeface="Arial"/>
                <a:sym typeface="Arial"/>
              </a:rPr>
              <a:t>       </a:t>
            </a:r>
            <a:endParaRPr/>
          </a:p>
        </p:txBody>
      </p:sp>
      <p:sp>
        <p:nvSpPr>
          <p:cNvPr id="95" name="Google Shape;95;p13"/>
          <p:cNvSpPr txBox="1"/>
          <p:nvPr/>
        </p:nvSpPr>
        <p:spPr>
          <a:xfrm>
            <a:off x="0" y="20558125"/>
            <a:ext cx="184150" cy="69373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3900" b="0" i="0" u="none">
              <a:solidFill>
                <a:schemeClr val="dk1"/>
              </a:solidFill>
              <a:latin typeface="Arial"/>
              <a:ea typeface="Arial"/>
              <a:cs typeface="Arial"/>
              <a:sym typeface="Arial"/>
            </a:endParaRPr>
          </a:p>
        </p:txBody>
      </p:sp>
      <p:sp>
        <p:nvSpPr>
          <p:cNvPr id="96" name="Google Shape;96;p13"/>
          <p:cNvSpPr txBox="1"/>
          <p:nvPr/>
        </p:nvSpPr>
        <p:spPr>
          <a:xfrm>
            <a:off x="16869189" y="36695680"/>
            <a:ext cx="14290675" cy="1843826"/>
          </a:xfrm>
          <a:prstGeom prst="rect">
            <a:avLst/>
          </a:prstGeom>
          <a:noFill/>
          <a:ln>
            <a:noFill/>
          </a:ln>
        </p:spPr>
        <p:txBody>
          <a:bodyPr spcFirstLastPara="1" wrap="square" lIns="91425" tIns="45700" rIns="91425" bIns="45700" anchor="ctr" anchorCtr="0">
            <a:noAutofit/>
          </a:bodyPr>
          <a:lstStyle/>
          <a:p>
            <a:pPr lvl="0">
              <a:buClr>
                <a:schemeClr val="dk1"/>
              </a:buClr>
              <a:buSzPts val="3000"/>
            </a:pPr>
            <a:r>
              <a:rPr lang="pt-BR" sz="3000" dirty="0" err="1">
                <a:solidFill>
                  <a:schemeClr val="dk1"/>
                </a:solidFill>
              </a:rPr>
              <a:t>Belotti</a:t>
            </a:r>
            <a:r>
              <a:rPr lang="pt-BR" sz="3000" dirty="0">
                <a:solidFill>
                  <a:schemeClr val="dk1"/>
                </a:solidFill>
              </a:rPr>
              <a:t>, Carolina &amp; Galo, </a:t>
            </a:r>
            <a:r>
              <a:rPr lang="pt-BR" sz="3000" dirty="0" err="1">
                <a:solidFill>
                  <a:schemeClr val="dk1"/>
                </a:solidFill>
              </a:rPr>
              <a:t>Nadya</a:t>
            </a:r>
            <a:r>
              <a:rPr lang="pt-BR" sz="3000" dirty="0">
                <a:solidFill>
                  <a:schemeClr val="dk1"/>
                </a:solidFill>
              </a:rPr>
              <a:t> &amp; </a:t>
            </a:r>
            <a:r>
              <a:rPr lang="pt-BR" sz="3000" dirty="0" err="1">
                <a:solidFill>
                  <a:schemeClr val="dk1"/>
                </a:solidFill>
              </a:rPr>
              <a:t>Cervi</a:t>
            </a:r>
            <a:r>
              <a:rPr lang="pt-BR" sz="3000" dirty="0">
                <a:solidFill>
                  <a:schemeClr val="dk1"/>
                </a:solidFill>
              </a:rPr>
              <a:t>, André &amp; Cesar Ribeiro </a:t>
            </a:r>
            <a:r>
              <a:rPr lang="pt-BR" sz="3000" dirty="0" err="1">
                <a:solidFill>
                  <a:schemeClr val="dk1"/>
                </a:solidFill>
              </a:rPr>
              <a:t>Carpinetti</a:t>
            </a:r>
            <a:r>
              <a:rPr lang="pt-BR" sz="3000" dirty="0">
                <a:solidFill>
                  <a:schemeClr val="dk1"/>
                </a:solidFill>
              </a:rPr>
              <a:t>, Luiz. (2016). Inferência Fuzzy Aplicada à Seleção de Fornecedores Verdes. </a:t>
            </a:r>
            <a:endParaRPr dirty="0"/>
          </a:p>
        </p:txBody>
      </p:sp>
      <p:sp>
        <p:nvSpPr>
          <p:cNvPr id="97" name="Google Shape;97;p13"/>
          <p:cNvSpPr txBox="1"/>
          <p:nvPr/>
        </p:nvSpPr>
        <p:spPr>
          <a:xfrm>
            <a:off x="1450975" y="5905500"/>
            <a:ext cx="30038675" cy="2189024"/>
          </a:xfrm>
          <a:prstGeom prst="rect">
            <a:avLst/>
          </a:prstGeom>
          <a:noFill/>
          <a:ln>
            <a:noFill/>
          </a:ln>
        </p:spPr>
        <p:txBody>
          <a:bodyPr spcFirstLastPara="1" wrap="square" lIns="91425" tIns="45700" rIns="91425" bIns="45700" anchor="t" anchorCtr="0">
            <a:noAutofit/>
          </a:bodyPr>
          <a:lstStyle/>
          <a:p>
            <a:pPr lvl="0" algn="ctr">
              <a:buClr>
                <a:schemeClr val="dk1"/>
              </a:buClr>
              <a:buSzPts val="6500"/>
            </a:pPr>
            <a:r>
              <a:rPr lang="pt-BR" sz="6500" b="1" dirty="0" smtClean="0">
                <a:solidFill>
                  <a:schemeClr val="dk1"/>
                </a:solidFill>
              </a:rPr>
              <a:t>Inferência </a:t>
            </a:r>
            <a:r>
              <a:rPr lang="pt-BR" sz="6500" b="1" dirty="0" err="1" smtClean="0">
                <a:solidFill>
                  <a:schemeClr val="dk1"/>
                </a:solidFill>
              </a:rPr>
              <a:t>Fuzzy</a:t>
            </a:r>
            <a:r>
              <a:rPr lang="pt-BR" sz="6500" b="1" dirty="0" smtClean="0">
                <a:solidFill>
                  <a:schemeClr val="dk1"/>
                </a:solidFill>
              </a:rPr>
              <a:t> Aplicada À Seleção De Fornecedores Verdes</a:t>
            </a:r>
            <a:endParaRPr lang="pt-BR" dirty="0"/>
          </a:p>
        </p:txBody>
      </p:sp>
      <p:sp>
        <p:nvSpPr>
          <p:cNvPr id="98" name="Google Shape;98;p13"/>
          <p:cNvSpPr txBox="1"/>
          <p:nvPr/>
        </p:nvSpPr>
        <p:spPr>
          <a:xfrm>
            <a:off x="7489825" y="7345362"/>
            <a:ext cx="17497426" cy="76993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4400"/>
              <a:buFont typeface="Arial"/>
              <a:buNone/>
            </a:pPr>
            <a:r>
              <a:rPr lang="en-US" sz="4400" b="0" i="0" u="none" dirty="0" smtClean="0">
                <a:solidFill>
                  <a:schemeClr val="dk1"/>
                </a:solidFill>
                <a:latin typeface="Arial"/>
                <a:ea typeface="Arial"/>
                <a:cs typeface="Arial"/>
                <a:sym typeface="Arial"/>
              </a:rPr>
              <a:t>Pedro Daniel Camargos Soares</a:t>
            </a:r>
            <a:endParaRPr dirty="0"/>
          </a:p>
        </p:txBody>
      </p:sp>
      <p:sp>
        <p:nvSpPr>
          <p:cNvPr id="100" name="Google Shape;100;p13"/>
          <p:cNvSpPr txBox="1"/>
          <p:nvPr/>
        </p:nvSpPr>
        <p:spPr>
          <a:xfrm>
            <a:off x="16702088" y="11377611"/>
            <a:ext cx="14787562" cy="9337663"/>
          </a:xfrm>
          <a:prstGeom prst="rect">
            <a:avLst/>
          </a:prstGeom>
          <a:noFill/>
          <a:ln>
            <a:noFill/>
          </a:ln>
        </p:spPr>
        <p:txBody>
          <a:bodyPr spcFirstLastPara="1" wrap="square" lIns="96750" tIns="48375" rIns="96750" bIns="48375" anchor="t" anchorCtr="0">
            <a:noAutofit/>
          </a:bodyPr>
          <a:lstStyle/>
          <a:p>
            <a:pPr marL="0" marR="0" lvl="0" indent="0" algn="just" rtl="0">
              <a:lnSpc>
                <a:spcPct val="100000"/>
              </a:lnSpc>
              <a:spcBef>
                <a:spcPts val="0"/>
              </a:spcBef>
              <a:spcAft>
                <a:spcPts val="0"/>
              </a:spcAft>
              <a:buClr>
                <a:schemeClr val="dk1"/>
              </a:buClr>
              <a:buSzPts val="3600"/>
              <a:buFont typeface="Arial"/>
              <a:buNone/>
            </a:pPr>
            <a:endParaRPr sz="3600" b="0" i="0" u="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3600" b="0" i="0" u="none">
              <a:solidFill>
                <a:schemeClr val="dk1"/>
              </a:solidFill>
              <a:latin typeface="Arial"/>
              <a:ea typeface="Arial"/>
              <a:cs typeface="Arial"/>
              <a:sym typeface="Arial"/>
            </a:endParaRPr>
          </a:p>
        </p:txBody>
      </p:sp>
      <p:sp>
        <p:nvSpPr>
          <p:cNvPr id="101" name="Google Shape;101;p13"/>
          <p:cNvSpPr txBox="1"/>
          <p:nvPr/>
        </p:nvSpPr>
        <p:spPr>
          <a:xfrm>
            <a:off x="504825" y="40955913"/>
            <a:ext cx="15268576" cy="1384300"/>
          </a:xfrm>
          <a:prstGeom prst="rect">
            <a:avLst/>
          </a:prstGeom>
          <a:noFill/>
          <a:ln>
            <a:noFill/>
          </a:ln>
        </p:spPr>
        <p:txBody>
          <a:bodyPr spcFirstLastPara="1" wrap="square" lIns="91425" tIns="45700" rIns="91425" bIns="45700" anchor="t" anchorCtr="0">
            <a:noAutofit/>
          </a:bodyPr>
          <a:lstStyle/>
          <a:p>
            <a:pPr marL="514350" lvl="0" indent="-514350">
              <a:buClr>
                <a:schemeClr val="dk1"/>
              </a:buClr>
              <a:buSzPts val="2800"/>
              <a:buFont typeface="Arial"/>
              <a:buAutoNum type="arabicPeriod"/>
            </a:pPr>
            <a:r>
              <a:rPr lang="pt-BR" sz="2800" dirty="0"/>
              <a:t>Ciência da Computação – Campus Formiga– </a:t>
            </a:r>
            <a:r>
              <a:rPr lang="pt-BR" sz="2800" dirty="0" smtClean="0"/>
              <a:t>pedrodanielcamargos@hotmail.com</a:t>
            </a:r>
            <a:endParaRPr dirty="0"/>
          </a:p>
        </p:txBody>
      </p:sp>
      <p:sp>
        <p:nvSpPr>
          <p:cNvPr id="102" name="Google Shape;102;p13"/>
          <p:cNvSpPr txBox="1"/>
          <p:nvPr/>
        </p:nvSpPr>
        <p:spPr>
          <a:xfrm>
            <a:off x="1116805" y="23212058"/>
            <a:ext cx="14401800" cy="8963101"/>
          </a:xfrm>
          <a:prstGeom prst="rect">
            <a:avLst/>
          </a:prstGeom>
          <a:noFill/>
          <a:ln>
            <a:noFill/>
          </a:ln>
        </p:spPr>
        <p:txBody>
          <a:bodyPr spcFirstLastPara="1" wrap="square" lIns="91425" tIns="45700" rIns="91425" bIns="45700" anchor="t" anchorCtr="0">
            <a:noAutofit/>
          </a:bodyPr>
          <a:lstStyle/>
          <a:p>
            <a:r>
              <a:rPr lang="pt-BR" sz="4000" dirty="0"/>
              <a:t>O trabalho foi desenvolvido utilizando a linguagem Python e a IDE </a:t>
            </a:r>
            <a:r>
              <a:rPr lang="pt-BR" sz="4000" dirty="0" err="1"/>
              <a:t>PyCharm</a:t>
            </a:r>
            <a:r>
              <a:rPr lang="pt-BR" sz="4000" dirty="0"/>
              <a:t>. Para facilitar a implementação da Lógica Fuzzy no sistema, utilizou-se a biblioteca </a:t>
            </a:r>
            <a:r>
              <a:rPr lang="pt-BR" sz="4000" dirty="0" err="1"/>
              <a:t>Scikit-fuzzy</a:t>
            </a:r>
            <a:r>
              <a:rPr lang="pt-BR" sz="4000" dirty="0" smtClean="0"/>
              <a:t>.</a:t>
            </a:r>
          </a:p>
          <a:p>
            <a:endParaRPr lang="pt-BR" sz="4000" dirty="0"/>
          </a:p>
          <a:p>
            <a:r>
              <a:rPr lang="pt-BR" sz="4000" dirty="0"/>
              <a:t>Os dados utilizados no trabalho foram disponibilizados pelo artigo usado de base para o algoritmo.  O sistema possui três variáveis linguísticas de entrada para nível estratégico: Sistema de gestão Ambienta, imagem Ambiental e Projeto Ambiental. Também possui três variáveis linguísticas de entrada para nível operacional: Custo, Qualidade e </a:t>
            </a:r>
            <a:r>
              <a:rPr lang="pt-BR" sz="4000" dirty="0" smtClean="0"/>
              <a:t>Entrega.</a:t>
            </a:r>
          </a:p>
          <a:p>
            <a:r>
              <a:rPr lang="pt-BR" sz="4000" dirty="0" smtClean="0"/>
              <a:t>Para cada nível, Estratégico e operacional, foram utilizadas 27 regras.</a:t>
            </a:r>
          </a:p>
          <a:p>
            <a:r>
              <a:rPr lang="pt-BR" sz="4000" dirty="0"/>
              <a:t>O sistema retorna uma variável de saída na qual cada fornecedor pode pertencer a classe linguística ‘Selecionar’ ou ‘Não Selecionar’</a:t>
            </a:r>
          </a:p>
        </p:txBody>
      </p:sp>
      <p:sp>
        <p:nvSpPr>
          <p:cNvPr id="103" name="Google Shape;103;p13"/>
          <p:cNvSpPr txBox="1"/>
          <p:nvPr/>
        </p:nvSpPr>
        <p:spPr>
          <a:xfrm>
            <a:off x="985837" y="26746200"/>
            <a:ext cx="14401800" cy="5078412"/>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3600"/>
              <a:buFont typeface="Arial"/>
              <a:buNone/>
            </a:pPr>
            <a:r>
              <a:rPr lang="en-US" sz="3600" b="0" i="0" u="none">
                <a:solidFill>
                  <a:schemeClr val="dk1"/>
                </a:solidFill>
                <a:latin typeface="Arial"/>
                <a:ea typeface="Arial"/>
                <a:cs typeface="Arial"/>
                <a:sym typeface="Arial"/>
              </a:rPr>
              <a:t>	</a:t>
            </a:r>
            <a:endParaRPr/>
          </a:p>
          <a:p>
            <a:pPr marL="0" marR="0" lvl="0" indent="0" algn="just" rtl="0">
              <a:lnSpc>
                <a:spcPct val="100000"/>
              </a:lnSpc>
              <a:spcBef>
                <a:spcPts val="0"/>
              </a:spcBef>
              <a:spcAft>
                <a:spcPts val="0"/>
              </a:spcAft>
              <a:buClr>
                <a:schemeClr val="dk1"/>
              </a:buClr>
              <a:buSzPts val="3600"/>
              <a:buFont typeface="Arial"/>
              <a:buNone/>
            </a:pPr>
            <a:endParaRPr sz="3600" b="0" i="0" u="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3600"/>
              <a:buFont typeface="Arial"/>
              <a:buNone/>
            </a:pPr>
            <a:endParaRPr sz="3600" b="0" i="0" u="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3600"/>
              <a:buFont typeface="Arial"/>
              <a:buNone/>
            </a:pPr>
            <a:endParaRPr sz="3600" b="0" i="0" u="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3600"/>
              <a:buFont typeface="Arial"/>
              <a:buNone/>
            </a:pPr>
            <a:endParaRPr sz="3600" b="0" i="0" u="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3600"/>
              <a:buFont typeface="Arial"/>
              <a:buNone/>
            </a:pPr>
            <a:endParaRPr sz="3600" b="0" i="0" u="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3600"/>
              <a:buFont typeface="Arial"/>
              <a:buNone/>
            </a:pPr>
            <a:endParaRPr sz="3600" b="0" i="0" u="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3600"/>
              <a:buFont typeface="Arial"/>
              <a:buNone/>
            </a:pPr>
            <a:endParaRPr sz="3600" b="0" i="0" u="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3600" b="0" i="0" u="none">
              <a:solidFill>
                <a:schemeClr val="dk1"/>
              </a:solidFill>
              <a:latin typeface="Arial"/>
              <a:ea typeface="Arial"/>
              <a:cs typeface="Arial"/>
              <a:sym typeface="Arial"/>
            </a:endParaRPr>
          </a:p>
        </p:txBody>
      </p:sp>
      <p:sp>
        <p:nvSpPr>
          <p:cNvPr id="104" name="Google Shape;104;p13"/>
          <p:cNvSpPr txBox="1"/>
          <p:nvPr/>
        </p:nvSpPr>
        <p:spPr>
          <a:xfrm>
            <a:off x="4849812" y="36968113"/>
            <a:ext cx="8064500" cy="1344612"/>
          </a:xfrm>
          <a:prstGeom prst="rect">
            <a:avLst/>
          </a:prstGeom>
          <a:noFill/>
          <a:ln>
            <a:noFill/>
          </a:ln>
        </p:spPr>
        <p:txBody>
          <a:bodyPr spcFirstLastPara="1" wrap="square" lIns="226300" tIns="113150" rIns="226300" bIns="113150" anchor="ctr" anchorCtr="0">
            <a:noAutofit/>
          </a:bodyPr>
          <a:lstStyle/>
          <a:p>
            <a:pPr marL="0" marR="0" lvl="0" indent="0" algn="l" rtl="0">
              <a:lnSpc>
                <a:spcPct val="100000"/>
              </a:lnSpc>
              <a:spcBef>
                <a:spcPts val="0"/>
              </a:spcBef>
              <a:spcAft>
                <a:spcPts val="0"/>
              </a:spcAft>
              <a:buNone/>
            </a:pPr>
            <a:endParaRPr sz="3900" b="0" i="0" u="none">
              <a:solidFill>
                <a:schemeClr val="dk1"/>
              </a:solidFill>
              <a:latin typeface="Arial"/>
              <a:ea typeface="Arial"/>
              <a:cs typeface="Arial"/>
              <a:sym typeface="Arial"/>
            </a:endParaRPr>
          </a:p>
        </p:txBody>
      </p:sp>
      <p:sp>
        <p:nvSpPr>
          <p:cNvPr id="105" name="Google Shape;105;p13"/>
          <p:cNvSpPr txBox="1"/>
          <p:nvPr/>
        </p:nvSpPr>
        <p:spPr>
          <a:xfrm>
            <a:off x="19488150" y="9888537"/>
            <a:ext cx="10101262" cy="1344612"/>
          </a:xfrm>
          <a:prstGeom prst="rect">
            <a:avLst/>
          </a:prstGeom>
          <a:noFill/>
          <a:ln>
            <a:noFill/>
          </a:ln>
        </p:spPr>
        <p:txBody>
          <a:bodyPr spcFirstLastPara="1" wrap="square" lIns="226300" tIns="113150" rIns="226300" bIns="113150" anchor="ctr" anchorCtr="0">
            <a:noAutofit/>
          </a:bodyPr>
          <a:lstStyle/>
          <a:p>
            <a:pPr marL="0" marR="0" lvl="0" indent="0" algn="ctr" rtl="0">
              <a:lnSpc>
                <a:spcPct val="100000"/>
              </a:lnSpc>
              <a:spcBef>
                <a:spcPts val="0"/>
              </a:spcBef>
              <a:spcAft>
                <a:spcPts val="0"/>
              </a:spcAft>
              <a:buClr>
                <a:srgbClr val="37AD9D"/>
              </a:buClr>
              <a:buSzPts val="6000"/>
              <a:buFont typeface="Arial"/>
              <a:buNone/>
            </a:pPr>
            <a:r>
              <a:rPr lang="pt-BR" sz="6000" b="1" i="0" u="none" dirty="0" smtClean="0">
                <a:solidFill>
                  <a:srgbClr val="37AD9D"/>
                </a:solidFill>
                <a:sym typeface="Arial"/>
              </a:rPr>
              <a:t>Resultados e Discussões</a:t>
            </a:r>
            <a:endParaRPr lang="pt-BR" dirty="0"/>
          </a:p>
        </p:txBody>
      </p:sp>
      <p:sp>
        <p:nvSpPr>
          <p:cNvPr id="106" name="Google Shape;106;p13" descr="data:image/jpeg;base64,/9j/4AAQSkZJRgABAQAAAQABAAD/2wBDAAkGBwgHBgkIBwgKCgkLDRYPDQwMDRsUFRAWIB0iIiAdHx8kKDQsJCYxJx8fLT0tMTU3Ojo6Iys/RD84QzQ5Ojf/2wBDAQoKCg0MDRoPDxo3JR8lNzc3Nzc3Nzc3Nzc3Nzc3Nzc3Nzc3Nzc3Nzc3Nzc3Nzc3Nzc3Nzc3Nzc3Nzc3Nzc3Nzf/wAARCAA3AKkDASIAAhEBAxEB/8QAHAAAAgMBAQEBAAAAAAAAAAAAAAUEBgcDAgEI/8QARxAAAgEDBAADBAUGCwYHAAAAAQIDBAURAAYSIRMxQQcUIlEyYXGBlCM2dIKRkxUWFyRCUmJyobGyJjM0N1NWZHN1hJLB0f/EABoBAQADAQEBAAAAAAAAAAAAAAACAwQBBQb/xAAvEQABAwIEAwcDBQAAAAAAAAABAAIDBBEFEiExE2HRFEFRcZGxwSIygRU0QqHx/9oADAMBAAIRAxEAPwDcdZR7Y7ss9HR0sAlR4a08mzgEBGHofnrV9Yl7UjmoI/8AGP8A5Nr0cJ/ex+fwq5vsKR2Pau4r/RtV2pVkgWQxkvVcDyABPX3jUi47I3TbKGeurYlSnp4zJIy1fIhR59eutC9jY/2Ol745rJe/l0NV7e1JNb9uzzQ71rbkGZI2pXmjYOrEA5A78jr3RiEzqx0AygB1tj8fKz8NuQOWcNPKqljNLgd/TOrNU7H3XS0ElbNTsIYojK4Wpy4UDJ+EeZ+rX32a2L+HN0wmVM0lDipm+RYH8mv3sM/YpHrraoRdGvlYKmOH+CjCiwYbLcxnkSMeRyP/AI/XqeJ4maaURxAaC5v7Dn3rkUWYXK/NwmlIyJ5Mf3zqx2nZm57zb4q+3JG9NLngz1fEnBIPX2jUDdlmNg3HW20LxiR+cH1xN2v7Ox+rrUtrvJH7I+cNS1LIKefjUKe4jzb4vu89aK+sMUDJYbfURvzUY2AuIcs2ve1dy2KlFVcoJFp84aWKfxFT0GcdjPzxqDZLZdL7XGitbNJUCMy8Xm4DiCATk/WRrUNx3ansewai03C9RXi6VEMkSt0WfmTgkZOFUEdk+n3aqvsa/PR//T5f9ceq4a2Z1JJM5ou29jY2P4K6YxnAHeuH8ne8f+gn4warVyp661189BWyOlTTsFkVZSwBIB8/XojW07goxUXeY/x3nthIX+ZpLGvDofPvvz+/WJXOaaeuq5Kid6iXxXVpnOTJxPEMT65AGpYZVS1JJeRa2wBHvp6LkrAwaKw02yN11VHFWQU5eCWMSIwqhkqRkdZ+Wlm37PedxmUWcSTmJVZy03AANnHZP1HW5WCvipLJtunkwDV00ccZ/tCHlj9inS3b9rh2bT3SaTOK+7KsWfRZHVEA+oFjrzxjMtngtGb+OnOxVnAGmqx292q7WGqSluvKGZ08RVE/LK5x6H6tSbVtu/3e3PcaBGkpYywZzUBccfPonVj9tX5z0f6EP9basfsu/wCXVd/5tR/lrbLXyMoGVAAzEjy7+igIwZC3wWPCpkKB/Hk4kZyXI61ZrXsndd0pVqaameKJxlDU1BjLD5gdn9oGlexKWGu3LYqapUNC86llPkeKlgP2qNaT7VtwXWhulqtFrrHokqsGWZAM9uFHfoBkk4x6djV9bUyMqG08IFyL3OwA/wAXGMBaXOVDvu1Nx2CkFXdE40/IJ4kVTzAJ8sjo60f2Kuz7crC7MxFYfpHP9BdVzeO27/QbUnrK7djXS3o8TGnaHIcmRVUhyxIwTn7tWH2J/m3W/pp/0LrzK6fj4c5xIP1WuAR7qyNuWW3JaJo0aNfLrWjWI+1H/iT+mP8A5NrbtZnu3bs11rJvEoaiVFmZ0KBh55Gevt1roZ2wVDZX7BQkaXNsEk2Jvi1be249uroqppmmkflFGGXDYx3kaziCIRogKrzC4JA1dKrZlen+4tFYf1GOoDbSvI8rLXfum19BDi1DC972B136nbrzWcwyEAG2isWyN4WHa+25oMVMl1mLSyYhPEvjCLy+QAH+J1V7Puu90N1o62outfOscyvNE9S7I6k/GOJOPInHyONfW2pf/wCjZa/9y2uL7V3IPo2Sv/cHVTcRw8Oe4tcS/e4B9NV0xy6ck89o+47NuaShq7WtStTCGjl8WLiGjPY9fMH/AAJ1Jo95WyD2cz7caOp99emmiVggKZctjvPl38tVN9r7pHa2Ov8Aw51xfbW7h9GwXH8PqP6hh/CZFZ1mm426pw5bk6aqKiKn0FVfsGNWX2f32k25uFrhXrK0JpXhxEnJuTMhHXy+E6r525vL02/cfw+vP8XN6+lguH4bWqbG6OaMxuDrHy6qIge03C0m7bj9nd4rpK25WitmqZAA8nF1zgYHQcDy1QL09BLdKt7PE8NvZh7vG+eSrxGc5JPnn19dRf4ub19bBcPw2vS7c3nnvb9x/D6opsUoqf7C8jwJuPS666F7t7K7XXe9LLatrw29aham0zwyTF0AVlVCrBTn1yR9+mO6faJb7pU2cUUdWtNS1yVNT4kYBZV8gBnvs5+7Weptrd5+lYbgP/b67JtjdJ+lY6/8OdU9swy7Tldpfw7/AM+ilkl8QnPtD3FR7mvFPWW9Zkijp/DYTKAc8ifn9em+y96WyxbUqbTWJVNUSvKytHGCuGHXedVVNrbkP0rJX/uDrsu1L/8A0rLX/uDqx2I4e+BtOQ7KPLrzXBFIHZtLpNQTTUMlLPTvwqKdldHHoy9j7taTU732ruaihh3faJ1ni8pIcsATjPFlIYA47H1euqqm070fOy137ptTKXZtxY/lrPWgf3GGrKnFKCocHODg4bEaEf2jYpG7WTjde8dvVWy229YoKtUAhSHxEIVFSRW7LHJ6U6sPsT/Nut/TT/oXVdpNhxSEePaqwZIz8ci//etR29t+3bdpJKW1RPFDJJ4jB5GclsAebEn0GsFTWUnZDBBmuTfVTYx+fM5NdGjRrxVeqjtzdjXO3QXCrmt6RyU6SyU8Ds8sJYgAMPqJwdNajcdBBUS0/wDOJZ4pWieOGBnIZUSQ+Q8uMinP3efWin2/DT7ZgsUc0oigp0hSbrmOGOLeWM5APljXOh24lLWz1slXNNUTySSSFlUAl44ozgAdACJcffoi8Tboo2lpY6DnUiaeGJpUjYxp4ihwCwGAeBDd/MepGuw3JQZkDCpRlVGVHgYGQO3FeIx3k9Y8x641EodpRUEcMNNX1KwI8MsiFVzLJHGsYYnHWVRcgeoz8wVtbY7Xt2kNVV3iGlk4Rxwy1DQw85I2LqWY45ue+WT2M4xoibV24vBaneGnfwGYCd5opFMOX4dgKfXPr9fl3qdTXqkqasU0Rl5MzqkjREJIyHDBW8iR3+w4zg6r9NY6XcVKlwN6SteWNUklgeOoSN1YsRE2ML23E4GSFXyIzpzSWWOCsif3uSWKmlklhgIXETyZyc+Z6ZgB6BvXrRF5rtx09PcaekjV2D1JglmZGEaERs5+LGMgAf4+vWpdrvNHdCy0xlVxGsvCWMoxRs8WwfQ4P19d40vuFjpg81VVXF4bekz1csT8FQExsrkuewuCW8+j64611s+30tcEqwVPxyQLCsqwRoQADhjxAy3eSfLoYA0RR6XdMR/hSatiaCjpFeaGUAsZYUZkduOM5DIehnKsh9dd4t026Wpan41iSJKYn8SldQj+H4gUkjAJTsfaB0TjUKq2fZYLciRcaBIaV6eWpAUM8TLhubHz7Ctk+o1NqLBGzVs8UrmWpqve+JxjmIBCB9mFB+3RF7g3JQ1EXiRJVklI5EiNMwd0fPFgCPI8T54xjvGvDbqti4+KoI8EzMy07kRqCy4bA6bkpUL5k9AaWQ7dhn91pK+7ma5U9PAzQOUYGNA6jnGMclLMxyRjKr/V13o7Da1gqKGG5l3lQwfA8fONkkaTIAGAymQdYwMDrRE7o7nBVxzsoljaA4ljljKsnWfL16IPWuFluwuJnidTHUREMY2RkPhsTwbDAEZA7HoQdEVo/m9ek9XO81cpWSdCI2QceI4Y+jgdg+eTnXKx2CKz1M88cgZp4442VYUjUcOWCAo8zyOSc6Ik1FvQPPRipltzR1HimVaectJSKisxeRfRRx4k9YLD56bjc9uKjIqBMzqqwNCRI3JWZSAfQhWP6pHmMa9T262UW2pqC5TRpQGnaKeaZ1jHBgQcseh56W0FhttfbXNDcKSrglcBnhp4HikCArxYKME5JJOc5HoOtETM7jt/jRRj3k8zEpb3d8RtJgor9fCxBBwfLIzjIz5qdx0UcFJLHLj3oRNH4iNgq8qRjyHRzIB9/fWdQm2w1JHElvqpShnppKiOXiTKYyq8i2M54qvX9keXefM216SNaf3u6SrDA0MVOrcFC8Z45EXOOyWRV+v7e9ETKHcNFNBJNFHVyIpTgUp3bxeTcQVwO+/P5Ds4Heukd9oZLRJdA8opo2dGHhNzDq5QqFxktyGABnJ8s6XPtKFjM3vTcpWUt+RQLJxbl+UUAByfIk461Jptt09PY5LSJpDG07TrIERWSQyeKCABx6fsdemiLlS7phklqklpqlXjqGijhSBmlZVjRmYrjoAtj5HrGcjUf+UPZ/8A3HQfvRqVHt2SOpetS5Tiukd2abw1xhlRSoXHQ/JqR6gj10g/kl2z87n+Nf8A/dEV+0aNGiI1TfaFXQW2p2/VVVb7nCldIGm8HxcZglA+HB9dGjREpu+5KWW1UlbRX2SSBfHUsI5KZZZAFIBKKWBUZx8JU5OfTXmsuMNDcK5Z6mrpZamsglnVqlwFQ03WSgJ+krdJx7UZOOiaNES6/Xhpdp1y3e4VKrNaZ0ogjsPGlDSowfHn14Y+Lrs+verFFcZzf1pHrZhdvfyDShz4Pueejj6OeGG/rcvq0aNEXH2g10cLXGluFVVQpLbx7jHExCSyZYSBgPPzjHxdYPXeddaG41T7r9zmuLJWLWOrUq82Q04UlRj6A+Eo2R8WevLrRo0RcNwvJb99VV6p4/Elo7dRoyDGZI5ZKlCoJIx8fht+ppdWPVWC1XtKGoaOaAV0plQAFpRTRPz+3kSfv0aNETa8Vz2iWopXq6tqVpabMklS4MZcScssAX4kovS+pHkM6Ttf6uO00s09yqHlD1KwRCR42n4zlUw4yC3HiMSAg5GSO9GjRFcd0yx0U9sudcpNuo5Hao6z4RKEI5X1wcjrJ+LPpnVaN7eogrLjRVNKLY9ZGlVXU8ElOz4DowI5F8hhEvIAEg9dDINGiKZbamrnSGoa51lTBFRVVTCIm8MygSDw85+lhcqOXn5sM6X2q81M9W3gV8stM5oGAMryAO07CTDOAe1K5GAPkPPRo0RN9k3SSqudXSmrlrRHCGkmeRsq/Mrho2GFPR+gxX4T0Os3XRo0RGjRo0Rf/9k="/>
          <p:cNvSpPr txBox="1"/>
          <p:nvPr/>
        </p:nvSpPr>
        <p:spPr>
          <a:xfrm>
            <a:off x="155575" y="-174625"/>
            <a:ext cx="1143000" cy="3714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3900" b="0" i="0" u="none">
              <a:solidFill>
                <a:schemeClr val="dk1"/>
              </a:solidFill>
              <a:latin typeface="Arial"/>
              <a:ea typeface="Arial"/>
              <a:cs typeface="Arial"/>
              <a:sym typeface="Arial"/>
            </a:endParaRPr>
          </a:p>
        </p:txBody>
      </p:sp>
      <p:sp>
        <p:nvSpPr>
          <p:cNvPr id="107" name="Google Shape;107;p13" descr="data:image/jpeg;base64,/9j/4AAQSkZJRgABAQAAAQABAAD/2wBDAAkGBwgHBgkIBwgKCgkLDRYPDQwMDRsUFRAWIB0iIiAdHx8kKDQsJCYxJx8fLT0tMTU3Ojo6Iys/RD84QzQ5Ojf/2wBDAQoKCg0MDRoPDxo3JR8lNzc3Nzc3Nzc3Nzc3Nzc3Nzc3Nzc3Nzc3Nzc3Nzc3Nzc3Nzc3Nzc3Nzc3Nzc3Nzc3Nzf/wAARCAA3AKkDASIAAhEBAxEB/8QAHAAAAgMBAQEBAAAAAAAAAAAAAAUEBgcDAgEI/8QARxAAAgEDBAADBAUGCwYHAAAAAQIDBAURAAYSIRMxQQcUIlEyYXGBlCM2dIKRkxUWFyRCUmJyobGyJjM0N1NWZHN1hJLB0f/EABoBAQADAQEBAAAAAAAAAAAAAAACAwQBBQb/xAAvEQABAwIEAwcDBQAAAAAAAAABAAIDBBEFEiExE2HRFEFRcZGxwSIygRU0QqHx/9oADAMBAAIRAxEAPwDcdZR7Y7ss9HR0sAlR4a08mzgEBGHofnrV9Yl7UjmoI/8AGP8A5Nr0cJ/ex+fwq5vsKR2Pau4r/RtV2pVkgWQxkvVcDyABPX3jUi47I3TbKGeurYlSnp4zJIy1fIhR59eutC9jY/2Ol745rJe/l0NV7e1JNb9uzzQ71rbkGZI2pXmjYOrEA5A78jr3RiEzqx0AygB1tj8fKz8NuQOWcNPKqljNLgd/TOrNU7H3XS0ElbNTsIYojK4Wpy4UDJ+EeZ+rX32a2L+HN0wmVM0lDipm+RYH8mv3sM/YpHrraoRdGvlYKmOH+CjCiwYbLcxnkSMeRyP/AI/XqeJ4maaURxAaC5v7Dn3rkUWYXK/NwmlIyJ5Mf3zqx2nZm57zb4q+3JG9NLngz1fEnBIPX2jUDdlmNg3HW20LxiR+cH1xN2v7Ox+rrUtrvJH7I+cNS1LIKefjUKe4jzb4vu89aK+sMUDJYbfURvzUY2AuIcs2ve1dy2KlFVcoJFp84aWKfxFT0GcdjPzxqDZLZdL7XGitbNJUCMy8Xm4DiCATk/WRrUNx3ansewai03C9RXi6VEMkSt0WfmTgkZOFUEdk+n3aqvsa/PR//T5f9ceq4a2Z1JJM5ou29jY2P4K6YxnAHeuH8ne8f+gn4warVyp661189BWyOlTTsFkVZSwBIB8/XojW07goxUXeY/x3nthIX+ZpLGvDofPvvz+/WJXOaaeuq5Kid6iXxXVpnOTJxPEMT65AGpYZVS1JJeRa2wBHvp6LkrAwaKw02yN11VHFWQU5eCWMSIwqhkqRkdZ+Wlm37PedxmUWcSTmJVZy03AANnHZP1HW5WCvipLJtunkwDV00ccZ/tCHlj9inS3b9rh2bT3SaTOK+7KsWfRZHVEA+oFjrzxjMtngtGb+OnOxVnAGmqx292q7WGqSluvKGZ08RVE/LK5x6H6tSbVtu/3e3PcaBGkpYywZzUBccfPonVj9tX5z0f6EP9basfsu/wCXVd/5tR/lrbLXyMoGVAAzEjy7+igIwZC3wWPCpkKB/Hk4kZyXI61ZrXsndd0pVqaameKJxlDU1BjLD5gdn9oGlexKWGu3LYqapUNC86llPkeKlgP2qNaT7VtwXWhulqtFrrHokqsGWZAM9uFHfoBkk4x6djV9bUyMqG08IFyL3OwA/wAXGMBaXOVDvu1Nx2CkFXdE40/IJ4kVTzAJ8sjo60f2Kuz7crC7MxFYfpHP9BdVzeO27/QbUnrK7djXS3o8TGnaHIcmRVUhyxIwTn7tWH2J/m3W/pp/0LrzK6fj4c5xIP1WuAR7qyNuWW3JaJo0aNfLrWjWI+1H/iT+mP8A5NrbtZnu3bs11rJvEoaiVFmZ0KBh55Gevt1roZ2wVDZX7BQkaXNsEk2Jvi1be249uroqppmmkflFGGXDYx3kaziCIRogKrzC4JA1dKrZlen+4tFYf1GOoDbSvI8rLXfum19BDi1DC972B136nbrzWcwyEAG2isWyN4WHa+25oMVMl1mLSyYhPEvjCLy+QAH+J1V7Puu90N1o62outfOscyvNE9S7I6k/GOJOPInHyONfW2pf/wCjZa/9y2uL7V3IPo2Sv/cHVTcRw8Oe4tcS/e4B9NV0xy6ck89o+47NuaShq7WtStTCGjl8WLiGjPY9fMH/AAJ1Jo95WyD2cz7caOp99emmiVggKZctjvPl38tVN9r7pHa2Ov8Aw51xfbW7h9GwXH8PqP6hh/CZFZ1mm426pw5bk6aqKiKn0FVfsGNWX2f32k25uFrhXrK0JpXhxEnJuTMhHXy+E6r525vL02/cfw+vP8XN6+lguH4bWqbG6OaMxuDrHy6qIge03C0m7bj9nd4rpK25WitmqZAA8nF1zgYHQcDy1QL09BLdKt7PE8NvZh7vG+eSrxGc5JPnn19dRf4ub19bBcPw2vS7c3nnvb9x/D6opsUoqf7C8jwJuPS666F7t7K7XXe9LLatrw29aham0zwyTF0AVlVCrBTn1yR9+mO6faJb7pU2cUUdWtNS1yVNT4kYBZV8gBnvs5+7Weptrd5+lYbgP/b67JtjdJ+lY6/8OdU9swy7Tldpfw7/AM+ilkl8QnPtD3FR7mvFPWW9Zkijp/DYTKAc8ifn9em+y96WyxbUqbTWJVNUSvKytHGCuGHXedVVNrbkP0rJX/uDrsu1L/8A0rLX/uDqx2I4e+BtOQ7KPLrzXBFIHZtLpNQTTUMlLPTvwqKdldHHoy9j7taTU732ruaihh3faJ1ni8pIcsATjPFlIYA47H1euqqm070fOy137ptTKXZtxY/lrPWgf3GGrKnFKCocHODg4bEaEf2jYpG7WTjde8dvVWy229YoKtUAhSHxEIVFSRW7LHJ6U6sPsT/Nut/TT/oXVdpNhxSEePaqwZIz8ci//etR29t+3bdpJKW1RPFDJJ4jB5GclsAebEn0GsFTWUnZDBBmuTfVTYx+fM5NdGjRrxVeqjtzdjXO3QXCrmt6RyU6SyU8Ds8sJYgAMPqJwdNajcdBBUS0/wDOJZ4pWieOGBnIZUSQ+Q8uMinP3efWin2/DT7ZgsUc0oigp0hSbrmOGOLeWM5APljXOh24lLWz1slXNNUTySSSFlUAl44ozgAdACJcffoi8Tboo2lpY6DnUiaeGJpUjYxp4ihwCwGAeBDd/MepGuw3JQZkDCpRlVGVHgYGQO3FeIx3k9Y8x641EodpRUEcMNNX1KwI8MsiFVzLJHGsYYnHWVRcgeoz8wVtbY7Xt2kNVV3iGlk4Rxwy1DQw85I2LqWY45ue+WT2M4xoibV24vBaneGnfwGYCd5opFMOX4dgKfXPr9fl3qdTXqkqasU0Rl5MzqkjREJIyHDBW8iR3+w4zg6r9NY6XcVKlwN6SteWNUklgeOoSN1YsRE2ML23E4GSFXyIzpzSWWOCsif3uSWKmlklhgIXETyZyc+Z6ZgB6BvXrRF5rtx09PcaekjV2D1JglmZGEaERs5+LGMgAf4+vWpdrvNHdCy0xlVxGsvCWMoxRs8WwfQ4P19d40vuFjpg81VVXF4bekz1csT8FQExsrkuewuCW8+j64611s+30tcEqwVPxyQLCsqwRoQADhjxAy3eSfLoYA0RR6XdMR/hSatiaCjpFeaGUAsZYUZkduOM5DIehnKsh9dd4t026Wpan41iSJKYn8SldQj+H4gUkjAJTsfaB0TjUKq2fZYLciRcaBIaV6eWpAUM8TLhubHz7Ctk+o1NqLBGzVs8UrmWpqve+JxjmIBCB9mFB+3RF7g3JQ1EXiRJVklI5EiNMwd0fPFgCPI8T54xjvGvDbqti4+KoI8EzMy07kRqCy4bA6bkpUL5k9AaWQ7dhn91pK+7ma5U9PAzQOUYGNA6jnGMclLMxyRjKr/V13o7Da1gqKGG5l3lQwfA8fONkkaTIAGAymQdYwMDrRE7o7nBVxzsoljaA4ljljKsnWfL16IPWuFluwuJnidTHUREMY2RkPhsTwbDAEZA7HoQdEVo/m9ek9XO81cpWSdCI2QceI4Y+jgdg+eTnXKx2CKz1M88cgZp4442VYUjUcOWCAo8zyOSc6Ik1FvQPPRipltzR1HimVaectJSKisxeRfRRx4k9YLD56bjc9uKjIqBMzqqwNCRI3JWZSAfQhWP6pHmMa9T262UW2pqC5TRpQGnaKeaZ1jHBgQcseh56W0FhttfbXNDcKSrglcBnhp4HikCArxYKME5JJOc5HoOtETM7jt/jRRj3k8zEpb3d8RtJgor9fCxBBwfLIzjIz5qdx0UcFJLHLj3oRNH4iNgq8qRjyHRzIB9/fWdQm2w1JHElvqpShnppKiOXiTKYyq8i2M54qvX9keXefM216SNaf3u6SrDA0MVOrcFC8Z45EXOOyWRV+v7e9ETKHcNFNBJNFHVyIpTgUp3bxeTcQVwO+/P5Ds4Heukd9oZLRJdA8opo2dGHhNzDq5QqFxktyGABnJ8s6XPtKFjM3vTcpWUt+RQLJxbl+UUAByfIk461Jptt09PY5LSJpDG07TrIERWSQyeKCABx6fsdemiLlS7phklqklpqlXjqGijhSBmlZVjRmYrjoAtj5HrGcjUf+UPZ/8A3HQfvRqVHt2SOpetS5Tiukd2abw1xhlRSoXHQ/JqR6gj10g/kl2z87n+Nf8A/dEV+0aNGiI1TfaFXQW2p2/VVVb7nCldIGm8HxcZglA+HB9dGjREpu+5KWW1UlbRX2SSBfHUsI5KZZZAFIBKKWBUZx8JU5OfTXmsuMNDcK5Z6mrpZamsglnVqlwFQ03WSgJ+krdJx7UZOOiaNES6/Xhpdp1y3e4VKrNaZ0ogjsPGlDSowfHn14Y+Lrs+verFFcZzf1pHrZhdvfyDShz4Pueejj6OeGG/rcvq0aNEXH2g10cLXGluFVVQpLbx7jHExCSyZYSBgPPzjHxdYPXeddaG41T7r9zmuLJWLWOrUq82Q04UlRj6A+Eo2R8WevLrRo0RcNwvJb99VV6p4/Elo7dRoyDGZI5ZKlCoJIx8fht+ppdWPVWC1XtKGoaOaAV0plQAFpRTRPz+3kSfv0aNETa8Vz2iWopXq6tqVpabMklS4MZcScssAX4kovS+pHkM6Ttf6uO00s09yqHlD1KwRCR42n4zlUw4yC3HiMSAg5GSO9GjRFcd0yx0U9sudcpNuo5Hao6z4RKEI5X1wcjrJ+LPpnVaN7eogrLjRVNKLY9ZGlVXU8ElOz4DowI5F8hhEvIAEg9dDINGiKZbamrnSGoa51lTBFRVVTCIm8MygSDw85+lhcqOXn5sM6X2q81M9W3gV8stM5oGAMryAO07CTDOAe1K5GAPkPPRo0RN9k3SSqudXSmrlrRHCGkmeRsq/Mrho2GFPR+gxX4T0Os3XRo0RGjRo0Rf/9k="/>
          <p:cNvSpPr txBox="1"/>
          <p:nvPr/>
        </p:nvSpPr>
        <p:spPr>
          <a:xfrm>
            <a:off x="307975" y="-22225"/>
            <a:ext cx="1143000" cy="3714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3900" b="0" i="0" u="none">
              <a:solidFill>
                <a:schemeClr val="dk1"/>
              </a:solidFill>
              <a:latin typeface="Arial"/>
              <a:ea typeface="Arial"/>
              <a:cs typeface="Arial"/>
              <a:sym typeface="Arial"/>
            </a:endParaRPr>
          </a:p>
        </p:txBody>
      </p:sp>
      <p:sp>
        <p:nvSpPr>
          <p:cNvPr id="108" name="Google Shape;108;p13"/>
          <p:cNvSpPr txBox="1"/>
          <p:nvPr/>
        </p:nvSpPr>
        <p:spPr>
          <a:xfrm>
            <a:off x="727075" y="1081087"/>
            <a:ext cx="8850312" cy="532765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3900" b="0" i="0" u="none">
              <a:solidFill>
                <a:schemeClr val="dk1"/>
              </a:solidFill>
              <a:latin typeface="Arial"/>
              <a:ea typeface="Arial"/>
              <a:cs typeface="Arial"/>
              <a:sym typeface="Arial"/>
            </a:endParaRPr>
          </a:p>
        </p:txBody>
      </p:sp>
      <p:sp>
        <p:nvSpPr>
          <p:cNvPr id="109" name="Google Shape;109;p13"/>
          <p:cNvSpPr txBox="1"/>
          <p:nvPr/>
        </p:nvSpPr>
        <p:spPr>
          <a:xfrm>
            <a:off x="1138237" y="11896725"/>
            <a:ext cx="14358936" cy="1482725"/>
          </a:xfrm>
          <a:prstGeom prst="rect">
            <a:avLst/>
          </a:prstGeom>
          <a:noFill/>
          <a:ln>
            <a:noFill/>
          </a:ln>
        </p:spPr>
        <p:txBody>
          <a:bodyPr spcFirstLastPara="1" wrap="square" lIns="96750" tIns="48375" rIns="96750" bIns="48375" anchor="t" anchorCtr="0">
            <a:noAutofit/>
          </a:bodyPr>
          <a:lstStyle/>
          <a:p>
            <a:pPr marL="0" marR="0" lvl="0" indent="0" algn="just" rtl="0">
              <a:lnSpc>
                <a:spcPct val="100000"/>
              </a:lnSpc>
              <a:spcBef>
                <a:spcPts val="0"/>
              </a:spcBef>
              <a:spcAft>
                <a:spcPts val="0"/>
              </a:spcAft>
              <a:buClr>
                <a:schemeClr val="dk1"/>
              </a:buClr>
              <a:buSzPts val="3600"/>
              <a:buFont typeface="Arial"/>
              <a:buNone/>
            </a:pPr>
            <a:r>
              <a:rPr lang="en-US" sz="3600" b="0" i="0" u="none">
                <a:solidFill>
                  <a:schemeClr val="dk1"/>
                </a:solidFill>
                <a:latin typeface="Arial"/>
                <a:ea typeface="Arial"/>
                <a:cs typeface="Arial"/>
                <a:sym typeface="Arial"/>
              </a:rPr>
              <a:t>	</a:t>
            </a:r>
            <a:endParaRPr/>
          </a:p>
          <a:p>
            <a:pPr marL="0" marR="0" lvl="0" indent="0" algn="l" rtl="0">
              <a:lnSpc>
                <a:spcPct val="100000"/>
              </a:lnSpc>
              <a:spcBef>
                <a:spcPts val="0"/>
              </a:spcBef>
              <a:spcAft>
                <a:spcPts val="0"/>
              </a:spcAft>
              <a:buNone/>
            </a:pPr>
            <a:endParaRPr sz="3600" b="0" i="0" u="none">
              <a:solidFill>
                <a:schemeClr val="dk1"/>
              </a:solidFill>
              <a:latin typeface="Arial"/>
              <a:ea typeface="Arial"/>
              <a:cs typeface="Arial"/>
              <a:sym typeface="Arial"/>
            </a:endParaRPr>
          </a:p>
        </p:txBody>
      </p:sp>
      <p:sp>
        <p:nvSpPr>
          <p:cNvPr id="110" name="Google Shape;110;p13"/>
          <p:cNvSpPr txBox="1"/>
          <p:nvPr/>
        </p:nvSpPr>
        <p:spPr>
          <a:xfrm>
            <a:off x="727075" y="11593512"/>
            <a:ext cx="14922501" cy="9658350"/>
          </a:xfrm>
          <a:prstGeom prst="rect">
            <a:avLst/>
          </a:prstGeom>
          <a:noFill/>
          <a:ln>
            <a:noFill/>
          </a:ln>
        </p:spPr>
        <p:txBody>
          <a:bodyPr spcFirstLastPara="1" wrap="square" lIns="96750" tIns="48375" rIns="96750" bIns="48375" anchor="t" anchorCtr="0">
            <a:noAutofit/>
          </a:bodyPr>
          <a:lstStyle/>
          <a:p>
            <a:pPr lvl="0" algn="just">
              <a:buClr>
                <a:schemeClr val="dk1"/>
              </a:buClr>
              <a:buSzPts val="3600"/>
            </a:pPr>
            <a:r>
              <a:rPr lang="pt-BR" sz="3600" dirty="0">
                <a:solidFill>
                  <a:schemeClr val="dk1"/>
                </a:solidFill>
              </a:rPr>
              <a:t>	</a:t>
            </a:r>
            <a:endParaRPr lang="pt-BR" sz="3600" dirty="0"/>
          </a:p>
          <a:p>
            <a:r>
              <a:rPr lang="pt-BR" sz="3600" dirty="0"/>
              <a:t>Diante das atuais exigências dos clientes e das pressões por regulamentação ambiental, criou-se a necessidade de adaptação de processos e produtos que reduzam o impacto ambiental. Tal mudança tem influenciado diretamente a cadeia de suprimentos, levando as empresas a selecionarem fornecedores adaptados a esta realidade. </a:t>
            </a:r>
          </a:p>
          <a:p>
            <a:r>
              <a:rPr lang="pt-BR" sz="3600" dirty="0"/>
              <a:t>A seleção de fornecedores verdes é um problema que requer o uso de um método de tomada de decisão para lidar com várias informações de natureza diferentes. Deste modo, alguns dos critérios considerados no processo de decisão podem ser muito subjetivos, tornando difícil a avaliação</a:t>
            </a:r>
            <a:r>
              <a:rPr lang="pt-BR" sz="3600" dirty="0" smtClean="0"/>
              <a:t>.</a:t>
            </a:r>
            <a:endParaRPr lang="pt-BR" sz="3600" dirty="0"/>
          </a:p>
          <a:p>
            <a:r>
              <a:rPr lang="pt-BR" sz="3600" dirty="0"/>
              <a:t>Este trabalho tem por objetivo a proposição de método de duas fases para a seleção de fornecedores verdes, considerando critérios estratégicos e operacionais. Para tanto, foram criados dois sistemas de inferência </a:t>
            </a:r>
            <a:r>
              <a:rPr lang="pt-BR" sz="3600" dirty="0" err="1"/>
              <a:t>fuzzy</a:t>
            </a:r>
            <a:r>
              <a:rPr lang="pt-BR" sz="3600" dirty="0"/>
              <a:t> com o objetivo de modelar os critérios envolvidos. </a:t>
            </a:r>
            <a:endParaRPr lang="pt-BR" sz="3600" dirty="0"/>
          </a:p>
        </p:txBody>
      </p:sp>
      <p:sp>
        <p:nvSpPr>
          <p:cNvPr id="111" name="Google Shape;111;p13"/>
          <p:cNvSpPr txBox="1"/>
          <p:nvPr/>
        </p:nvSpPr>
        <p:spPr>
          <a:xfrm>
            <a:off x="7489825" y="8497887"/>
            <a:ext cx="17497426" cy="64611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3600"/>
              <a:buFont typeface="Arial"/>
              <a:buNone/>
            </a:pPr>
            <a:r>
              <a:rPr lang="pt-BR" sz="3600" b="1" i="1" u="none" dirty="0" smtClean="0">
                <a:solidFill>
                  <a:schemeClr val="dk1"/>
                </a:solidFill>
                <a:latin typeface="Arial"/>
                <a:ea typeface="Arial"/>
                <a:cs typeface="Arial"/>
                <a:sym typeface="Arial"/>
              </a:rPr>
              <a:t>Palavras-chave</a:t>
            </a:r>
            <a:r>
              <a:rPr lang="en-US" sz="3600" b="1" i="1" u="none" dirty="0" smtClean="0">
                <a:solidFill>
                  <a:schemeClr val="dk1"/>
                </a:solidFill>
                <a:latin typeface="Arial"/>
                <a:ea typeface="Arial"/>
                <a:cs typeface="Arial"/>
                <a:sym typeface="Arial"/>
              </a:rPr>
              <a:t>:</a:t>
            </a:r>
            <a:r>
              <a:rPr lang="en-US" sz="3600" b="0" i="0" u="none" dirty="0" smtClean="0">
                <a:solidFill>
                  <a:schemeClr val="dk1"/>
                </a:solidFill>
                <a:latin typeface="Arial"/>
                <a:ea typeface="Arial"/>
                <a:cs typeface="Arial"/>
                <a:sym typeface="Arial"/>
              </a:rPr>
              <a:t> Fuzzy, </a:t>
            </a:r>
            <a:r>
              <a:rPr lang="pt-BR" sz="3600" b="0" i="0" u="none" dirty="0" smtClean="0">
                <a:solidFill>
                  <a:schemeClr val="dk1"/>
                </a:solidFill>
                <a:latin typeface="Arial"/>
                <a:ea typeface="Arial"/>
                <a:cs typeface="Arial"/>
                <a:sym typeface="Arial"/>
              </a:rPr>
              <a:t>Inteligência</a:t>
            </a:r>
            <a:r>
              <a:rPr lang="en-US" sz="3600" b="0" i="0" u="none" dirty="0" smtClean="0">
                <a:solidFill>
                  <a:schemeClr val="dk1"/>
                </a:solidFill>
                <a:latin typeface="Arial"/>
                <a:ea typeface="Arial"/>
                <a:cs typeface="Arial"/>
                <a:sym typeface="Arial"/>
              </a:rPr>
              <a:t> Artificial , </a:t>
            </a:r>
            <a:r>
              <a:rPr lang="en-US" sz="3600" b="0" i="0" u="none" dirty="0" err="1" smtClean="0">
                <a:solidFill>
                  <a:schemeClr val="dk1"/>
                </a:solidFill>
                <a:latin typeface="Arial"/>
                <a:ea typeface="Arial"/>
                <a:cs typeface="Arial"/>
                <a:sym typeface="Arial"/>
              </a:rPr>
              <a:t>Ambiental</a:t>
            </a:r>
            <a:endParaRPr dirty="0"/>
          </a:p>
        </p:txBody>
      </p:sp>
      <p:pic>
        <p:nvPicPr>
          <p:cNvPr id="112" name="Google Shape;112;p13" descr="C:\Users\Comunicaçao\Google Drive\Documentos\Artes\Jornada 2016\Logomarca IFMG Campus Formiga.jpg"/>
          <p:cNvPicPr preferRelativeResize="0"/>
          <p:nvPr/>
        </p:nvPicPr>
        <p:blipFill rotWithShape="1">
          <a:blip r:embed="rId3">
            <a:alphaModFix/>
          </a:blip>
          <a:srcRect/>
          <a:stretch/>
        </p:blipFill>
        <p:spPr>
          <a:xfrm>
            <a:off x="21453475" y="40079613"/>
            <a:ext cx="10009187" cy="2730500"/>
          </a:xfrm>
          <a:prstGeom prst="rect">
            <a:avLst/>
          </a:prstGeom>
          <a:noFill/>
          <a:ln>
            <a:noFill/>
          </a:ln>
        </p:spPr>
      </p:pic>
      <p:pic>
        <p:nvPicPr>
          <p:cNvPr id="113" name="Google Shape;113;p13"/>
          <p:cNvPicPr preferRelativeResize="0"/>
          <p:nvPr/>
        </p:nvPicPr>
        <p:blipFill>
          <a:blip r:embed="rId4">
            <a:alphaModFix/>
          </a:blip>
          <a:stretch>
            <a:fillRect/>
          </a:stretch>
        </p:blipFill>
        <p:spPr>
          <a:xfrm>
            <a:off x="184150" y="64650"/>
            <a:ext cx="11782600" cy="5674150"/>
          </a:xfrm>
          <a:prstGeom prst="rect">
            <a:avLst/>
          </a:prstGeom>
          <a:noFill/>
          <a:ln>
            <a:noFill/>
          </a:ln>
        </p:spPr>
      </p:pic>
      <p:pic>
        <p:nvPicPr>
          <p:cNvPr id="114" name="Google Shape;114;p13"/>
          <p:cNvPicPr preferRelativeResize="0"/>
          <p:nvPr/>
        </p:nvPicPr>
        <p:blipFill>
          <a:blip r:embed="rId5">
            <a:alphaModFix/>
          </a:blip>
          <a:stretch>
            <a:fillRect/>
          </a:stretch>
        </p:blipFill>
        <p:spPr>
          <a:xfrm>
            <a:off x="11966750" y="69425"/>
            <a:ext cx="9883374" cy="5674150"/>
          </a:xfrm>
          <a:prstGeom prst="rect">
            <a:avLst/>
          </a:prstGeom>
          <a:noFill/>
          <a:ln>
            <a:noFill/>
          </a:ln>
        </p:spPr>
      </p:pic>
      <p:pic>
        <p:nvPicPr>
          <p:cNvPr id="115" name="Google Shape;115;p13"/>
          <p:cNvPicPr preferRelativeResize="0"/>
          <p:nvPr/>
        </p:nvPicPr>
        <p:blipFill>
          <a:blip r:embed="rId6">
            <a:alphaModFix/>
          </a:blip>
          <a:stretch>
            <a:fillRect/>
          </a:stretch>
        </p:blipFill>
        <p:spPr>
          <a:xfrm>
            <a:off x="21850125" y="64650"/>
            <a:ext cx="10553919" cy="5674150"/>
          </a:xfrm>
          <a:prstGeom prst="rect">
            <a:avLst/>
          </a:prstGeom>
          <a:noFill/>
          <a:ln>
            <a:noFill/>
          </a:ln>
        </p:spPr>
      </p:pic>
      <p:pic>
        <p:nvPicPr>
          <p:cNvPr id="2" name="Imagem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229947" y="32787646"/>
            <a:ext cx="7157690" cy="6511580"/>
          </a:xfrm>
          <a:prstGeom prst="rect">
            <a:avLst/>
          </a:prstGeom>
        </p:spPr>
      </p:pic>
      <p:pic>
        <p:nvPicPr>
          <p:cNvPr id="3" name="Imagem 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94935" y="32665407"/>
            <a:ext cx="7474064" cy="6642512"/>
          </a:xfrm>
          <a:prstGeom prst="rect">
            <a:avLst/>
          </a:prstGeom>
        </p:spPr>
      </p:pic>
      <p:graphicFrame>
        <p:nvGraphicFramePr>
          <p:cNvPr id="4" name="Tabela 3"/>
          <p:cNvGraphicFramePr>
            <a:graphicFrameLocks noGrp="1"/>
          </p:cNvGraphicFramePr>
          <p:nvPr>
            <p:extLst>
              <p:ext uri="{D42A27DB-BD31-4B8C-83A1-F6EECF244321}">
                <p14:modId xmlns:p14="http://schemas.microsoft.com/office/powerpoint/2010/main" val="3315528101"/>
              </p:ext>
            </p:extLst>
          </p:nvPr>
        </p:nvGraphicFramePr>
        <p:xfrm>
          <a:off x="16844963" y="11233149"/>
          <a:ext cx="6919824" cy="4759321"/>
        </p:xfrm>
        <a:graphic>
          <a:graphicData uri="http://schemas.openxmlformats.org/drawingml/2006/table">
            <a:tbl>
              <a:tblPr>
                <a:tableStyleId>{5C22544A-7EE6-4342-B048-85BDC9FD1C3A}</a:tableStyleId>
              </a:tblPr>
              <a:tblGrid>
                <a:gridCol w="1527944"/>
                <a:gridCol w="2135204"/>
                <a:gridCol w="1572020"/>
                <a:gridCol w="1684656"/>
              </a:tblGrid>
              <a:tr h="317288">
                <a:tc>
                  <a:txBody>
                    <a:bodyPr/>
                    <a:lstStyle/>
                    <a:p>
                      <a:pPr algn="ctr" fontAlgn="b"/>
                      <a:endParaRPr lang="pt-BR" sz="1800" b="0" i="0" u="none" strike="noStrike" dirty="0">
                        <a:solidFill>
                          <a:schemeClr val="tx1"/>
                        </a:solidFill>
                        <a:effectLst/>
                        <a:latin typeface="Calibri" panose="020F0502020204030204" pitchFamily="34" charset="0"/>
                      </a:endParaRPr>
                    </a:p>
                  </a:txBody>
                  <a:tcPr marL="9525" marR="9525" marT="9525" marB="0" anchor="b"/>
                </a:tc>
                <a:tc gridSpan="3">
                  <a:txBody>
                    <a:bodyPr/>
                    <a:lstStyle/>
                    <a:p>
                      <a:pPr algn="ctr" fontAlgn="b"/>
                      <a:r>
                        <a:rPr lang="pt-BR" sz="1800" u="none" strike="noStrike" dirty="0" err="1">
                          <a:effectLst/>
                        </a:rPr>
                        <a:t>Estrategico</a:t>
                      </a:r>
                      <a:endParaRPr lang="pt-BR" sz="18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pt-BR"/>
                    </a:p>
                  </a:txBody>
                  <a:tcPr/>
                </a:tc>
                <a:tc hMerge="1">
                  <a:txBody>
                    <a:bodyPr/>
                    <a:lstStyle/>
                    <a:p>
                      <a:endParaRPr lang="pt-BR"/>
                    </a:p>
                  </a:txBody>
                  <a:tcPr/>
                </a:tc>
              </a:tr>
              <a:tr h="634577">
                <a:tc>
                  <a:txBody>
                    <a:bodyPr/>
                    <a:lstStyle/>
                    <a:p>
                      <a:pPr algn="ctr" fontAlgn="b"/>
                      <a:r>
                        <a:rPr lang="pt-BR" sz="1800" u="none" strike="noStrike">
                          <a:effectLst/>
                        </a:rPr>
                        <a:t>Fornecedor</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Sitema de gestao Ambiental</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Imagem Ambiental</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Projeto Ambiental</a:t>
                      </a:r>
                      <a:endParaRPr lang="pt-BR" sz="1800" b="0" i="0" u="none" strike="noStrike">
                        <a:solidFill>
                          <a:srgbClr val="000000"/>
                        </a:solidFill>
                        <a:effectLst/>
                        <a:latin typeface="Calibri" panose="020F0502020204030204" pitchFamily="34" charset="0"/>
                      </a:endParaRPr>
                    </a:p>
                  </a:txBody>
                  <a:tcPr marL="9525" marR="9525" marT="9525" marB="0" anchor="b"/>
                </a:tc>
              </a:tr>
              <a:tr h="317288">
                <a:tc>
                  <a:txBody>
                    <a:bodyPr/>
                    <a:lstStyle/>
                    <a:p>
                      <a:pPr algn="ctr" fontAlgn="b"/>
                      <a:r>
                        <a:rPr lang="pt-BR" sz="1800" u="none" strike="noStrike">
                          <a:effectLst/>
                        </a:rPr>
                        <a:t>A</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dirty="0">
                          <a:effectLst/>
                        </a:rPr>
                        <a:t>15</a:t>
                      </a:r>
                      <a:endParaRPr lang="pt-BR"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10</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20</a:t>
                      </a:r>
                      <a:endParaRPr lang="pt-BR" sz="1800" b="0" i="0" u="none" strike="noStrike">
                        <a:solidFill>
                          <a:srgbClr val="000000"/>
                        </a:solidFill>
                        <a:effectLst/>
                        <a:latin typeface="Calibri" panose="020F0502020204030204" pitchFamily="34" charset="0"/>
                      </a:endParaRPr>
                    </a:p>
                  </a:txBody>
                  <a:tcPr marL="9525" marR="9525" marT="9525" marB="0" anchor="b"/>
                </a:tc>
              </a:tr>
              <a:tr h="317288">
                <a:tc>
                  <a:txBody>
                    <a:bodyPr/>
                    <a:lstStyle/>
                    <a:p>
                      <a:pPr algn="ctr" fontAlgn="b"/>
                      <a:r>
                        <a:rPr lang="pt-BR" sz="1800" u="none" strike="noStrike">
                          <a:effectLst/>
                        </a:rPr>
                        <a:t>B</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40</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26</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10</a:t>
                      </a:r>
                      <a:endParaRPr lang="pt-BR" sz="1800" b="0" i="0" u="none" strike="noStrike">
                        <a:solidFill>
                          <a:srgbClr val="000000"/>
                        </a:solidFill>
                        <a:effectLst/>
                        <a:latin typeface="Calibri" panose="020F0502020204030204" pitchFamily="34" charset="0"/>
                      </a:endParaRPr>
                    </a:p>
                  </a:txBody>
                  <a:tcPr marL="9525" marR="9525" marT="9525" marB="0" anchor="b"/>
                </a:tc>
              </a:tr>
              <a:tr h="317288">
                <a:tc>
                  <a:txBody>
                    <a:bodyPr/>
                    <a:lstStyle/>
                    <a:p>
                      <a:pPr algn="ctr" fontAlgn="b"/>
                      <a:r>
                        <a:rPr lang="pt-BR" sz="1800" u="none" strike="noStrike">
                          <a:effectLst/>
                        </a:rPr>
                        <a:t>C</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38</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40</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30</a:t>
                      </a:r>
                      <a:endParaRPr lang="pt-BR" sz="1800" b="0" i="0" u="none" strike="noStrike">
                        <a:solidFill>
                          <a:srgbClr val="000000"/>
                        </a:solidFill>
                        <a:effectLst/>
                        <a:latin typeface="Calibri" panose="020F0502020204030204" pitchFamily="34" charset="0"/>
                      </a:endParaRPr>
                    </a:p>
                  </a:txBody>
                  <a:tcPr marL="9525" marR="9525" marT="9525" marB="0" anchor="b"/>
                </a:tc>
              </a:tr>
              <a:tr h="317288">
                <a:tc>
                  <a:txBody>
                    <a:bodyPr/>
                    <a:lstStyle/>
                    <a:p>
                      <a:pPr algn="ctr" fontAlgn="b"/>
                      <a:r>
                        <a:rPr lang="pt-BR" sz="1800" u="none" strike="noStrike">
                          <a:effectLst/>
                        </a:rPr>
                        <a:t>D</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40</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33</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50</a:t>
                      </a:r>
                      <a:endParaRPr lang="pt-BR" sz="1800" b="0" i="0" u="none" strike="noStrike">
                        <a:solidFill>
                          <a:srgbClr val="000000"/>
                        </a:solidFill>
                        <a:effectLst/>
                        <a:latin typeface="Calibri" panose="020F0502020204030204" pitchFamily="34" charset="0"/>
                      </a:endParaRPr>
                    </a:p>
                  </a:txBody>
                  <a:tcPr marL="9525" marR="9525" marT="9525" marB="0" anchor="b"/>
                </a:tc>
              </a:tr>
              <a:tr h="317288">
                <a:tc>
                  <a:txBody>
                    <a:bodyPr/>
                    <a:lstStyle/>
                    <a:p>
                      <a:pPr algn="ctr" fontAlgn="b"/>
                      <a:r>
                        <a:rPr lang="pt-BR" sz="1800" u="none" strike="noStrike">
                          <a:effectLst/>
                        </a:rPr>
                        <a:t>E</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50</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70</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41</a:t>
                      </a:r>
                      <a:endParaRPr lang="pt-BR" sz="1800" b="0" i="0" u="none" strike="noStrike">
                        <a:solidFill>
                          <a:srgbClr val="000000"/>
                        </a:solidFill>
                        <a:effectLst/>
                        <a:latin typeface="Calibri" panose="020F0502020204030204" pitchFamily="34" charset="0"/>
                      </a:endParaRPr>
                    </a:p>
                  </a:txBody>
                  <a:tcPr marL="9525" marR="9525" marT="9525" marB="0" anchor="b"/>
                </a:tc>
              </a:tr>
              <a:tr h="317288">
                <a:tc>
                  <a:txBody>
                    <a:bodyPr/>
                    <a:lstStyle/>
                    <a:p>
                      <a:pPr algn="ctr" fontAlgn="b"/>
                      <a:r>
                        <a:rPr lang="pt-BR" sz="1800" u="none" strike="noStrike">
                          <a:effectLst/>
                        </a:rPr>
                        <a:t>F</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47</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20</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50</a:t>
                      </a:r>
                      <a:endParaRPr lang="pt-BR" sz="1800" b="0" i="0" u="none" strike="noStrike">
                        <a:solidFill>
                          <a:srgbClr val="000000"/>
                        </a:solidFill>
                        <a:effectLst/>
                        <a:latin typeface="Calibri" panose="020F0502020204030204" pitchFamily="34" charset="0"/>
                      </a:endParaRPr>
                    </a:p>
                  </a:txBody>
                  <a:tcPr marL="9525" marR="9525" marT="9525" marB="0" anchor="b"/>
                </a:tc>
              </a:tr>
              <a:tr h="317288">
                <a:tc>
                  <a:txBody>
                    <a:bodyPr/>
                    <a:lstStyle/>
                    <a:p>
                      <a:pPr algn="ctr" fontAlgn="b"/>
                      <a:r>
                        <a:rPr lang="pt-BR" sz="1800" u="none" strike="noStrike">
                          <a:effectLst/>
                        </a:rPr>
                        <a:t>G</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52</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60</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70</a:t>
                      </a:r>
                      <a:endParaRPr lang="pt-BR" sz="1800" b="0" i="0" u="none" strike="noStrike">
                        <a:solidFill>
                          <a:srgbClr val="000000"/>
                        </a:solidFill>
                        <a:effectLst/>
                        <a:latin typeface="Calibri" panose="020F0502020204030204" pitchFamily="34" charset="0"/>
                      </a:endParaRPr>
                    </a:p>
                  </a:txBody>
                  <a:tcPr marL="9525" marR="9525" marT="9525" marB="0" anchor="b"/>
                </a:tc>
              </a:tr>
              <a:tr h="317288">
                <a:tc>
                  <a:txBody>
                    <a:bodyPr/>
                    <a:lstStyle/>
                    <a:p>
                      <a:pPr algn="ctr" fontAlgn="b"/>
                      <a:r>
                        <a:rPr lang="pt-BR" sz="1800" u="none" strike="noStrike">
                          <a:effectLst/>
                        </a:rPr>
                        <a:t>J</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74</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dirty="0">
                          <a:effectLst/>
                        </a:rPr>
                        <a:t>62</a:t>
                      </a:r>
                      <a:endParaRPr lang="pt-BR"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70</a:t>
                      </a:r>
                      <a:endParaRPr lang="pt-BR" sz="1800" b="0" i="0" u="none" strike="noStrike">
                        <a:solidFill>
                          <a:srgbClr val="000000"/>
                        </a:solidFill>
                        <a:effectLst/>
                        <a:latin typeface="Calibri" panose="020F0502020204030204" pitchFamily="34" charset="0"/>
                      </a:endParaRPr>
                    </a:p>
                  </a:txBody>
                  <a:tcPr marL="9525" marR="9525" marT="9525" marB="0" anchor="b"/>
                </a:tc>
              </a:tr>
              <a:tr h="317288">
                <a:tc>
                  <a:txBody>
                    <a:bodyPr/>
                    <a:lstStyle/>
                    <a:p>
                      <a:pPr algn="ctr" fontAlgn="b"/>
                      <a:r>
                        <a:rPr lang="pt-BR" sz="1800" u="none" strike="noStrike">
                          <a:effectLst/>
                        </a:rPr>
                        <a:t>K</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87</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dirty="0">
                          <a:effectLst/>
                        </a:rPr>
                        <a:t>70</a:t>
                      </a:r>
                      <a:endParaRPr lang="pt-BR"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90</a:t>
                      </a:r>
                      <a:endParaRPr lang="pt-BR" sz="1800" b="0" i="0" u="none" strike="noStrike">
                        <a:solidFill>
                          <a:srgbClr val="000000"/>
                        </a:solidFill>
                        <a:effectLst/>
                        <a:latin typeface="Calibri" panose="020F0502020204030204" pitchFamily="34" charset="0"/>
                      </a:endParaRPr>
                    </a:p>
                  </a:txBody>
                  <a:tcPr marL="9525" marR="9525" marT="9525" marB="0" anchor="b"/>
                </a:tc>
              </a:tr>
              <a:tr h="317288">
                <a:tc>
                  <a:txBody>
                    <a:bodyPr/>
                    <a:lstStyle/>
                    <a:p>
                      <a:pPr algn="ctr" fontAlgn="b"/>
                      <a:r>
                        <a:rPr lang="pt-BR" sz="1800" u="none" strike="noStrike">
                          <a:effectLst/>
                        </a:rPr>
                        <a:t>L</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90</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83</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74</a:t>
                      </a:r>
                      <a:endParaRPr lang="pt-BR" sz="1800" b="0" i="0" u="none" strike="noStrike">
                        <a:solidFill>
                          <a:srgbClr val="000000"/>
                        </a:solidFill>
                        <a:effectLst/>
                        <a:latin typeface="Calibri" panose="020F0502020204030204" pitchFamily="34" charset="0"/>
                      </a:endParaRPr>
                    </a:p>
                  </a:txBody>
                  <a:tcPr marL="9525" marR="9525" marT="9525" marB="0" anchor="b"/>
                </a:tc>
              </a:tr>
              <a:tr h="317288">
                <a:tc>
                  <a:txBody>
                    <a:bodyPr/>
                    <a:lstStyle/>
                    <a:p>
                      <a:pPr algn="ctr" fontAlgn="b"/>
                      <a:r>
                        <a:rPr lang="pt-BR" sz="1800" u="none" strike="noStrike">
                          <a:effectLst/>
                        </a:rPr>
                        <a:t>M</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82</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95</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70</a:t>
                      </a:r>
                      <a:endParaRPr lang="pt-BR" sz="1800" b="0" i="0" u="none" strike="noStrike">
                        <a:solidFill>
                          <a:srgbClr val="000000"/>
                        </a:solidFill>
                        <a:effectLst/>
                        <a:latin typeface="Calibri" panose="020F0502020204030204" pitchFamily="34" charset="0"/>
                      </a:endParaRPr>
                    </a:p>
                  </a:txBody>
                  <a:tcPr marL="9525" marR="9525" marT="9525" marB="0" anchor="b"/>
                </a:tc>
              </a:tr>
              <a:tr h="317288">
                <a:tc>
                  <a:txBody>
                    <a:bodyPr/>
                    <a:lstStyle/>
                    <a:p>
                      <a:pPr algn="ctr" fontAlgn="b"/>
                      <a:r>
                        <a:rPr lang="pt-BR" sz="1800" u="none" strike="noStrike">
                          <a:effectLst/>
                        </a:rPr>
                        <a:t>N</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10</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a:effectLst/>
                        </a:rPr>
                        <a:t>99</a:t>
                      </a:r>
                      <a:endParaRPr lang="pt-BR"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1800" u="none" strike="noStrike" dirty="0">
                          <a:effectLst/>
                        </a:rPr>
                        <a:t>90</a:t>
                      </a:r>
                      <a:endParaRPr lang="pt-BR" sz="1800" b="0" i="0" u="none" strike="noStrike" dirty="0">
                        <a:solidFill>
                          <a:srgbClr val="000000"/>
                        </a:solidFill>
                        <a:effectLst/>
                        <a:latin typeface="Calibri" panose="020F0502020204030204" pitchFamily="34" charset="0"/>
                      </a:endParaRPr>
                    </a:p>
                  </a:txBody>
                  <a:tcPr marL="9525" marR="9525" marT="9525" marB="0" anchor="b"/>
                </a:tc>
              </a:tr>
            </a:tbl>
          </a:graphicData>
        </a:graphic>
      </p:graphicFrame>
      <p:graphicFrame>
        <p:nvGraphicFramePr>
          <p:cNvPr id="5" name="Tabela 4"/>
          <p:cNvGraphicFramePr>
            <a:graphicFrameLocks noGrp="1"/>
          </p:cNvGraphicFramePr>
          <p:nvPr>
            <p:extLst>
              <p:ext uri="{D42A27DB-BD31-4B8C-83A1-F6EECF244321}">
                <p14:modId xmlns:p14="http://schemas.microsoft.com/office/powerpoint/2010/main" val="1886211909"/>
              </p:ext>
            </p:extLst>
          </p:nvPr>
        </p:nvGraphicFramePr>
        <p:xfrm>
          <a:off x="24922845" y="11227590"/>
          <a:ext cx="6111321" cy="4764884"/>
        </p:xfrm>
        <a:graphic>
          <a:graphicData uri="http://schemas.openxmlformats.org/drawingml/2006/table">
            <a:tbl>
              <a:tblPr>
                <a:tableStyleId>{5C22544A-7EE6-4342-B048-85BDC9FD1C3A}</a:tableStyleId>
              </a:tblPr>
              <a:tblGrid>
                <a:gridCol w="1839330"/>
                <a:gridCol w="1423997"/>
                <a:gridCol w="1423997"/>
                <a:gridCol w="1423997"/>
              </a:tblGrid>
              <a:tr h="317659">
                <a:tc>
                  <a:txBody>
                    <a:bodyPr/>
                    <a:lstStyle/>
                    <a:p>
                      <a:pPr algn="l" fontAlgn="b"/>
                      <a:endParaRPr lang="pt-BR" sz="1800" b="0" i="0" u="none" strike="noStrike" dirty="0">
                        <a:solidFill>
                          <a:srgbClr val="000000"/>
                        </a:solidFill>
                        <a:effectLst/>
                        <a:latin typeface="Calibri" panose="020F0502020204030204" pitchFamily="34" charset="0"/>
                      </a:endParaRPr>
                    </a:p>
                  </a:txBody>
                  <a:tcPr marL="9525" marR="9525" marT="9525" marB="0" anchor="b"/>
                </a:tc>
                <a:tc gridSpan="3">
                  <a:txBody>
                    <a:bodyPr/>
                    <a:lstStyle/>
                    <a:p>
                      <a:pPr algn="ctr" fontAlgn="b"/>
                      <a:r>
                        <a:rPr lang="pt-BR" sz="2000" u="none" strike="noStrike">
                          <a:effectLst/>
                        </a:rPr>
                        <a:t>Operacional</a:t>
                      </a:r>
                      <a:endParaRPr lang="pt-BR" sz="20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pt-BR"/>
                    </a:p>
                  </a:txBody>
                  <a:tcPr/>
                </a:tc>
                <a:tc hMerge="1">
                  <a:txBody>
                    <a:bodyPr/>
                    <a:lstStyle/>
                    <a:p>
                      <a:endParaRPr lang="pt-BR"/>
                    </a:p>
                  </a:txBody>
                  <a:tcPr/>
                </a:tc>
              </a:tr>
              <a:tr h="635317">
                <a:tc>
                  <a:txBody>
                    <a:bodyPr/>
                    <a:lstStyle/>
                    <a:p>
                      <a:pPr algn="ctr" fontAlgn="b"/>
                      <a:r>
                        <a:rPr lang="pt-BR" sz="2000" u="none" strike="noStrike">
                          <a:effectLst/>
                        </a:rPr>
                        <a:t>Fornecedor</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Custo</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Qualidade</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Entrega</a:t>
                      </a:r>
                      <a:endParaRPr lang="pt-BR" sz="2000" b="0" i="0" u="none" strike="noStrike">
                        <a:solidFill>
                          <a:srgbClr val="000000"/>
                        </a:solidFill>
                        <a:effectLst/>
                        <a:latin typeface="Calibri" panose="020F0502020204030204" pitchFamily="34" charset="0"/>
                      </a:endParaRPr>
                    </a:p>
                  </a:txBody>
                  <a:tcPr marL="9525" marR="9525" marT="9525" marB="0" anchor="b"/>
                </a:tc>
              </a:tr>
              <a:tr h="317659">
                <a:tc>
                  <a:txBody>
                    <a:bodyPr/>
                    <a:lstStyle/>
                    <a:p>
                      <a:pPr algn="ctr" fontAlgn="b"/>
                      <a:r>
                        <a:rPr lang="pt-BR" sz="2000" u="none" strike="noStrike">
                          <a:effectLst/>
                        </a:rPr>
                        <a:t>A</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25</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84</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65</a:t>
                      </a:r>
                      <a:endParaRPr lang="pt-BR" sz="2000" b="0" i="0" u="none" strike="noStrike">
                        <a:solidFill>
                          <a:srgbClr val="000000"/>
                        </a:solidFill>
                        <a:effectLst/>
                        <a:latin typeface="Calibri" panose="020F0502020204030204" pitchFamily="34" charset="0"/>
                      </a:endParaRPr>
                    </a:p>
                  </a:txBody>
                  <a:tcPr marL="9525" marR="9525" marT="9525" marB="0" anchor="b"/>
                </a:tc>
              </a:tr>
              <a:tr h="317659">
                <a:tc>
                  <a:txBody>
                    <a:bodyPr/>
                    <a:lstStyle/>
                    <a:p>
                      <a:pPr algn="ctr" fontAlgn="b"/>
                      <a:r>
                        <a:rPr lang="pt-BR" sz="2000" u="none" strike="noStrike">
                          <a:effectLst/>
                        </a:rPr>
                        <a:t>B</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79</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67</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51</a:t>
                      </a:r>
                      <a:endParaRPr lang="pt-BR" sz="2000" b="0" i="0" u="none" strike="noStrike">
                        <a:solidFill>
                          <a:srgbClr val="000000"/>
                        </a:solidFill>
                        <a:effectLst/>
                        <a:latin typeface="Calibri" panose="020F0502020204030204" pitchFamily="34" charset="0"/>
                      </a:endParaRPr>
                    </a:p>
                  </a:txBody>
                  <a:tcPr marL="9525" marR="9525" marT="9525" marB="0" anchor="b"/>
                </a:tc>
              </a:tr>
              <a:tr h="317659">
                <a:tc>
                  <a:txBody>
                    <a:bodyPr/>
                    <a:lstStyle/>
                    <a:p>
                      <a:pPr algn="ctr" fontAlgn="b"/>
                      <a:r>
                        <a:rPr lang="pt-BR" sz="2000" u="none" strike="noStrike">
                          <a:effectLst/>
                        </a:rPr>
                        <a:t>C</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51</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78</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44</a:t>
                      </a:r>
                      <a:endParaRPr lang="pt-BR" sz="2000" b="0" i="0" u="none" strike="noStrike">
                        <a:solidFill>
                          <a:srgbClr val="000000"/>
                        </a:solidFill>
                        <a:effectLst/>
                        <a:latin typeface="Calibri" panose="020F0502020204030204" pitchFamily="34" charset="0"/>
                      </a:endParaRPr>
                    </a:p>
                  </a:txBody>
                  <a:tcPr marL="9525" marR="9525" marT="9525" marB="0" anchor="b"/>
                </a:tc>
              </a:tr>
              <a:tr h="317659">
                <a:tc>
                  <a:txBody>
                    <a:bodyPr/>
                    <a:lstStyle/>
                    <a:p>
                      <a:pPr algn="ctr" fontAlgn="b"/>
                      <a:r>
                        <a:rPr lang="pt-BR" sz="2000" u="none" strike="noStrike">
                          <a:effectLst/>
                        </a:rPr>
                        <a:t>D</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87</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50</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97</a:t>
                      </a:r>
                      <a:endParaRPr lang="pt-BR" sz="2000" b="0" i="0" u="none" strike="noStrike">
                        <a:solidFill>
                          <a:srgbClr val="000000"/>
                        </a:solidFill>
                        <a:effectLst/>
                        <a:latin typeface="Calibri" panose="020F0502020204030204" pitchFamily="34" charset="0"/>
                      </a:endParaRPr>
                    </a:p>
                  </a:txBody>
                  <a:tcPr marL="9525" marR="9525" marT="9525" marB="0" anchor="b"/>
                </a:tc>
              </a:tr>
              <a:tr h="317659">
                <a:tc>
                  <a:txBody>
                    <a:bodyPr/>
                    <a:lstStyle/>
                    <a:p>
                      <a:pPr algn="ctr" fontAlgn="b"/>
                      <a:r>
                        <a:rPr lang="pt-BR" sz="2000" u="none" strike="noStrike">
                          <a:effectLst/>
                        </a:rPr>
                        <a:t>E</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95</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90</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86</a:t>
                      </a:r>
                      <a:endParaRPr lang="pt-BR" sz="2000" b="0" i="0" u="none" strike="noStrike">
                        <a:solidFill>
                          <a:srgbClr val="000000"/>
                        </a:solidFill>
                        <a:effectLst/>
                        <a:latin typeface="Calibri" panose="020F0502020204030204" pitchFamily="34" charset="0"/>
                      </a:endParaRPr>
                    </a:p>
                  </a:txBody>
                  <a:tcPr marL="9525" marR="9525" marT="9525" marB="0" anchor="b"/>
                </a:tc>
              </a:tr>
              <a:tr h="317659">
                <a:tc>
                  <a:txBody>
                    <a:bodyPr/>
                    <a:lstStyle/>
                    <a:p>
                      <a:pPr algn="ctr" fontAlgn="b"/>
                      <a:r>
                        <a:rPr lang="pt-BR" sz="2000" u="none" strike="noStrike">
                          <a:effectLst/>
                        </a:rPr>
                        <a:t>F</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29</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75</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40</a:t>
                      </a:r>
                      <a:endParaRPr lang="pt-BR" sz="2000" b="0" i="0" u="none" strike="noStrike">
                        <a:solidFill>
                          <a:srgbClr val="000000"/>
                        </a:solidFill>
                        <a:effectLst/>
                        <a:latin typeface="Calibri" panose="020F0502020204030204" pitchFamily="34" charset="0"/>
                      </a:endParaRPr>
                    </a:p>
                  </a:txBody>
                  <a:tcPr marL="9525" marR="9525" marT="9525" marB="0" anchor="b"/>
                </a:tc>
              </a:tr>
              <a:tr h="317659">
                <a:tc>
                  <a:txBody>
                    <a:bodyPr/>
                    <a:lstStyle/>
                    <a:p>
                      <a:pPr algn="ctr" fontAlgn="b"/>
                      <a:r>
                        <a:rPr lang="pt-BR" sz="2000" u="none" strike="noStrike">
                          <a:effectLst/>
                        </a:rPr>
                        <a:t>G</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85</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12</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26</a:t>
                      </a:r>
                      <a:endParaRPr lang="pt-BR" sz="2000" b="0" i="0" u="none" strike="noStrike">
                        <a:solidFill>
                          <a:srgbClr val="000000"/>
                        </a:solidFill>
                        <a:effectLst/>
                        <a:latin typeface="Calibri" panose="020F0502020204030204" pitchFamily="34" charset="0"/>
                      </a:endParaRPr>
                    </a:p>
                  </a:txBody>
                  <a:tcPr marL="9525" marR="9525" marT="9525" marB="0" anchor="b"/>
                </a:tc>
              </a:tr>
              <a:tr h="317659">
                <a:tc>
                  <a:txBody>
                    <a:bodyPr/>
                    <a:lstStyle/>
                    <a:p>
                      <a:pPr algn="ctr" fontAlgn="b"/>
                      <a:r>
                        <a:rPr lang="pt-BR" sz="2000" u="none" strike="noStrike">
                          <a:effectLst/>
                        </a:rPr>
                        <a:t>J</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5</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80</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70</a:t>
                      </a:r>
                      <a:endParaRPr lang="pt-BR" sz="2000" b="0" i="0" u="none" strike="noStrike">
                        <a:solidFill>
                          <a:srgbClr val="000000"/>
                        </a:solidFill>
                        <a:effectLst/>
                        <a:latin typeface="Calibri" panose="020F0502020204030204" pitchFamily="34" charset="0"/>
                      </a:endParaRPr>
                    </a:p>
                  </a:txBody>
                  <a:tcPr marL="9525" marR="9525" marT="9525" marB="0" anchor="b"/>
                </a:tc>
              </a:tr>
              <a:tr h="317659">
                <a:tc>
                  <a:txBody>
                    <a:bodyPr/>
                    <a:lstStyle/>
                    <a:p>
                      <a:pPr algn="ctr" fontAlgn="b"/>
                      <a:r>
                        <a:rPr lang="pt-BR" sz="2000" u="none" strike="noStrike">
                          <a:effectLst/>
                        </a:rPr>
                        <a:t>K</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30</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72</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78</a:t>
                      </a:r>
                      <a:endParaRPr lang="pt-BR" sz="2000" b="0" i="0" u="none" strike="noStrike">
                        <a:solidFill>
                          <a:srgbClr val="000000"/>
                        </a:solidFill>
                        <a:effectLst/>
                        <a:latin typeface="Calibri" panose="020F0502020204030204" pitchFamily="34" charset="0"/>
                      </a:endParaRPr>
                    </a:p>
                  </a:txBody>
                  <a:tcPr marL="9525" marR="9525" marT="9525" marB="0" anchor="b"/>
                </a:tc>
              </a:tr>
              <a:tr h="317659">
                <a:tc>
                  <a:txBody>
                    <a:bodyPr/>
                    <a:lstStyle/>
                    <a:p>
                      <a:pPr algn="ctr" fontAlgn="b"/>
                      <a:r>
                        <a:rPr lang="pt-BR" sz="2000" u="none" strike="noStrike">
                          <a:effectLst/>
                        </a:rPr>
                        <a:t>L</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16</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96</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80</a:t>
                      </a:r>
                      <a:endParaRPr lang="pt-BR" sz="2000" b="0" i="0" u="none" strike="noStrike">
                        <a:solidFill>
                          <a:srgbClr val="000000"/>
                        </a:solidFill>
                        <a:effectLst/>
                        <a:latin typeface="Calibri" panose="020F0502020204030204" pitchFamily="34" charset="0"/>
                      </a:endParaRPr>
                    </a:p>
                  </a:txBody>
                  <a:tcPr marL="9525" marR="9525" marT="9525" marB="0" anchor="b"/>
                </a:tc>
              </a:tr>
              <a:tr h="317659">
                <a:tc>
                  <a:txBody>
                    <a:bodyPr/>
                    <a:lstStyle/>
                    <a:p>
                      <a:pPr algn="ctr" fontAlgn="b"/>
                      <a:r>
                        <a:rPr lang="pt-BR" sz="2000" u="none" strike="noStrike">
                          <a:effectLst/>
                        </a:rPr>
                        <a:t>M</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22</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92</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91</a:t>
                      </a:r>
                      <a:endParaRPr lang="pt-BR" sz="2000" b="0" i="0" u="none" strike="noStrike">
                        <a:solidFill>
                          <a:srgbClr val="000000"/>
                        </a:solidFill>
                        <a:effectLst/>
                        <a:latin typeface="Calibri" panose="020F0502020204030204" pitchFamily="34" charset="0"/>
                      </a:endParaRPr>
                    </a:p>
                  </a:txBody>
                  <a:tcPr marL="9525" marR="9525" marT="9525" marB="0" anchor="b"/>
                </a:tc>
              </a:tr>
              <a:tr h="317659">
                <a:tc>
                  <a:txBody>
                    <a:bodyPr/>
                    <a:lstStyle/>
                    <a:p>
                      <a:pPr algn="ctr" fontAlgn="b"/>
                      <a:r>
                        <a:rPr lang="pt-BR" sz="2000" u="none" strike="noStrike" dirty="0">
                          <a:effectLst/>
                        </a:rPr>
                        <a:t>N</a:t>
                      </a:r>
                      <a:endParaRPr lang="pt-BR"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78</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a:effectLst/>
                        </a:rPr>
                        <a:t>86</a:t>
                      </a:r>
                      <a:endParaRPr lang="pt-BR"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2000" u="none" strike="noStrike" dirty="0">
                          <a:effectLst/>
                        </a:rPr>
                        <a:t>81</a:t>
                      </a:r>
                      <a:endParaRPr lang="pt-BR" sz="2000" b="0" i="0" u="none" strike="noStrike" dirty="0">
                        <a:solidFill>
                          <a:srgbClr val="000000"/>
                        </a:solidFill>
                        <a:effectLst/>
                        <a:latin typeface="Calibri" panose="020F0502020204030204" pitchFamily="34" charset="0"/>
                      </a:endParaRPr>
                    </a:p>
                  </a:txBody>
                  <a:tcPr marL="9525" marR="9525" marT="9525" marB="0" anchor="b"/>
                </a:tc>
              </a:tr>
            </a:tbl>
          </a:graphicData>
        </a:graphic>
      </p:graphicFrame>
      <p:graphicFrame>
        <p:nvGraphicFramePr>
          <p:cNvPr id="6" name="Tabela 5"/>
          <p:cNvGraphicFramePr>
            <a:graphicFrameLocks noGrp="1"/>
          </p:cNvGraphicFramePr>
          <p:nvPr>
            <p:extLst>
              <p:ext uri="{D42A27DB-BD31-4B8C-83A1-F6EECF244321}">
                <p14:modId xmlns:p14="http://schemas.microsoft.com/office/powerpoint/2010/main" val="2439411835"/>
              </p:ext>
            </p:extLst>
          </p:nvPr>
        </p:nvGraphicFramePr>
        <p:xfrm>
          <a:off x="17214850" y="16492300"/>
          <a:ext cx="13569950" cy="7802668"/>
        </p:xfrm>
        <a:graphic>
          <a:graphicData uri="http://schemas.openxmlformats.org/drawingml/2006/table">
            <a:tbl>
              <a:tblPr>
                <a:tableStyleId>{5C22544A-7EE6-4342-B048-85BDC9FD1C3A}</a:tableStyleId>
              </a:tblPr>
              <a:tblGrid>
                <a:gridCol w="3070215"/>
                <a:gridCol w="2794681"/>
                <a:gridCol w="2450266"/>
                <a:gridCol w="2804522"/>
                <a:gridCol w="2450266"/>
              </a:tblGrid>
              <a:tr h="940048">
                <a:tc>
                  <a:txBody>
                    <a:bodyPr/>
                    <a:lstStyle/>
                    <a:p>
                      <a:pPr algn="ctr" fontAlgn="b"/>
                      <a:r>
                        <a:rPr lang="pt-BR" sz="3600" u="none" strike="noStrike" dirty="0">
                          <a:effectLst/>
                        </a:rPr>
                        <a:t>Fornecedor</a:t>
                      </a:r>
                      <a:endParaRPr lang="pt-BR" sz="3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Estrategico</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Selecionar</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Operacional</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dirty="0">
                          <a:effectLst/>
                        </a:rPr>
                        <a:t>Selecionar</a:t>
                      </a:r>
                      <a:endParaRPr lang="pt-BR" sz="3200" b="0" i="0" u="none" strike="noStrike" dirty="0">
                        <a:solidFill>
                          <a:srgbClr val="000000"/>
                        </a:solidFill>
                        <a:effectLst/>
                        <a:latin typeface="Calibri" panose="020F0502020204030204" pitchFamily="34" charset="0"/>
                      </a:endParaRPr>
                    </a:p>
                  </a:txBody>
                  <a:tcPr marL="9525" marR="9525" marT="9525" marB="0" anchor="b"/>
                </a:tc>
              </a:tr>
              <a:tr h="571885">
                <a:tc>
                  <a:txBody>
                    <a:bodyPr/>
                    <a:lstStyle/>
                    <a:p>
                      <a:pPr algn="ctr" fontAlgn="b"/>
                      <a:r>
                        <a:rPr lang="pt-BR" sz="3600" u="none" strike="noStrike">
                          <a:effectLst/>
                        </a:rPr>
                        <a:t>A</a:t>
                      </a:r>
                      <a:endParaRPr lang="pt-BR" sz="3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35,23</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N</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35,23</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N</a:t>
                      </a:r>
                      <a:endParaRPr lang="pt-BR" sz="3200" b="0" i="0" u="none" strike="noStrike">
                        <a:solidFill>
                          <a:srgbClr val="000000"/>
                        </a:solidFill>
                        <a:effectLst/>
                        <a:latin typeface="Calibri" panose="020F0502020204030204" pitchFamily="34" charset="0"/>
                      </a:endParaRPr>
                    </a:p>
                  </a:txBody>
                  <a:tcPr marL="9525" marR="9525" marT="9525" marB="0" anchor="b"/>
                </a:tc>
              </a:tr>
              <a:tr h="571885">
                <a:tc>
                  <a:txBody>
                    <a:bodyPr/>
                    <a:lstStyle/>
                    <a:p>
                      <a:pPr algn="ctr" fontAlgn="b"/>
                      <a:r>
                        <a:rPr lang="pt-BR" sz="3600" u="none" strike="noStrike">
                          <a:effectLst/>
                        </a:rPr>
                        <a:t>B</a:t>
                      </a:r>
                      <a:endParaRPr lang="pt-BR" sz="3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36,61</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N</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35,23</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N</a:t>
                      </a:r>
                      <a:endParaRPr lang="pt-BR" sz="3200" b="0" i="0" u="none" strike="noStrike">
                        <a:solidFill>
                          <a:srgbClr val="000000"/>
                        </a:solidFill>
                        <a:effectLst/>
                        <a:latin typeface="Calibri" panose="020F0502020204030204" pitchFamily="34" charset="0"/>
                      </a:endParaRPr>
                    </a:p>
                  </a:txBody>
                  <a:tcPr marL="9525" marR="9525" marT="9525" marB="0" anchor="b"/>
                </a:tc>
              </a:tr>
              <a:tr h="571885">
                <a:tc>
                  <a:txBody>
                    <a:bodyPr/>
                    <a:lstStyle/>
                    <a:p>
                      <a:pPr algn="ctr" fontAlgn="b"/>
                      <a:r>
                        <a:rPr lang="pt-BR" sz="3600" u="none" strike="noStrike">
                          <a:effectLst/>
                        </a:rPr>
                        <a:t>C</a:t>
                      </a:r>
                      <a:endParaRPr lang="pt-BR" sz="3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36,14</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N</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35,23</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N</a:t>
                      </a:r>
                      <a:endParaRPr lang="pt-BR" sz="3200" b="0" i="0" u="none" strike="noStrike">
                        <a:solidFill>
                          <a:srgbClr val="000000"/>
                        </a:solidFill>
                        <a:effectLst/>
                        <a:latin typeface="Calibri" panose="020F0502020204030204" pitchFamily="34" charset="0"/>
                      </a:endParaRPr>
                    </a:p>
                  </a:txBody>
                  <a:tcPr marL="9525" marR="9525" marT="9525" marB="0" anchor="b"/>
                </a:tc>
              </a:tr>
              <a:tr h="571885">
                <a:tc>
                  <a:txBody>
                    <a:bodyPr/>
                    <a:lstStyle/>
                    <a:p>
                      <a:pPr algn="ctr" fontAlgn="b"/>
                      <a:r>
                        <a:rPr lang="pt-BR" sz="3600" u="none" strike="noStrike">
                          <a:effectLst/>
                        </a:rPr>
                        <a:t>D</a:t>
                      </a:r>
                      <a:endParaRPr lang="pt-BR" sz="3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35,23</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N</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35,23</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N</a:t>
                      </a:r>
                      <a:endParaRPr lang="pt-BR" sz="3200" b="0" i="0" u="none" strike="noStrike">
                        <a:solidFill>
                          <a:srgbClr val="000000"/>
                        </a:solidFill>
                        <a:effectLst/>
                        <a:latin typeface="Calibri" panose="020F0502020204030204" pitchFamily="34" charset="0"/>
                      </a:endParaRPr>
                    </a:p>
                  </a:txBody>
                  <a:tcPr marL="9525" marR="9525" marT="9525" marB="0" anchor="b"/>
                </a:tc>
              </a:tr>
              <a:tr h="571885">
                <a:tc>
                  <a:txBody>
                    <a:bodyPr/>
                    <a:lstStyle/>
                    <a:p>
                      <a:pPr algn="ctr" fontAlgn="b"/>
                      <a:r>
                        <a:rPr lang="pt-BR" sz="3600" u="none" strike="noStrike">
                          <a:effectLst/>
                        </a:rPr>
                        <a:t>E</a:t>
                      </a:r>
                      <a:endParaRPr lang="pt-BR" sz="3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37,08</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N</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50</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N</a:t>
                      </a:r>
                      <a:endParaRPr lang="pt-BR" sz="3200" b="0" i="0" u="none" strike="noStrike">
                        <a:solidFill>
                          <a:srgbClr val="000000"/>
                        </a:solidFill>
                        <a:effectLst/>
                        <a:latin typeface="Calibri" panose="020F0502020204030204" pitchFamily="34" charset="0"/>
                      </a:endParaRPr>
                    </a:p>
                  </a:txBody>
                  <a:tcPr marL="9525" marR="9525" marT="9525" marB="0" anchor="b"/>
                </a:tc>
              </a:tr>
              <a:tr h="571885">
                <a:tc>
                  <a:txBody>
                    <a:bodyPr/>
                    <a:lstStyle/>
                    <a:p>
                      <a:pPr algn="ctr" fontAlgn="b"/>
                      <a:r>
                        <a:rPr lang="pt-BR" sz="3600" u="none" strike="noStrike">
                          <a:effectLst/>
                        </a:rPr>
                        <a:t>F</a:t>
                      </a:r>
                      <a:endParaRPr lang="pt-BR" sz="3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37,55</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N</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36,84</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N</a:t>
                      </a:r>
                      <a:endParaRPr lang="pt-BR" sz="3200" b="0" i="0" u="none" strike="noStrike">
                        <a:solidFill>
                          <a:srgbClr val="000000"/>
                        </a:solidFill>
                        <a:effectLst/>
                        <a:latin typeface="Calibri" panose="020F0502020204030204" pitchFamily="34" charset="0"/>
                      </a:endParaRPr>
                    </a:p>
                  </a:txBody>
                  <a:tcPr marL="9525" marR="9525" marT="9525" marB="0" anchor="b"/>
                </a:tc>
              </a:tr>
              <a:tr h="571885">
                <a:tc>
                  <a:txBody>
                    <a:bodyPr/>
                    <a:lstStyle/>
                    <a:p>
                      <a:pPr algn="ctr" fontAlgn="b"/>
                      <a:r>
                        <a:rPr lang="pt-BR" sz="3600" u="none" strike="noStrike">
                          <a:effectLst/>
                        </a:rPr>
                        <a:t>G</a:t>
                      </a:r>
                      <a:endParaRPr lang="pt-BR" sz="3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35,23</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N</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54,56</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N</a:t>
                      </a:r>
                      <a:endParaRPr lang="pt-BR" sz="3200" b="0" i="0" u="none" strike="noStrike">
                        <a:solidFill>
                          <a:srgbClr val="000000"/>
                        </a:solidFill>
                        <a:effectLst/>
                        <a:latin typeface="Calibri" panose="020F0502020204030204" pitchFamily="34" charset="0"/>
                      </a:endParaRPr>
                    </a:p>
                  </a:txBody>
                  <a:tcPr marL="9525" marR="9525" marT="9525" marB="0" anchor="b"/>
                </a:tc>
              </a:tr>
              <a:tr h="571885">
                <a:tc>
                  <a:txBody>
                    <a:bodyPr/>
                    <a:lstStyle/>
                    <a:p>
                      <a:pPr algn="ctr" fontAlgn="b"/>
                      <a:r>
                        <a:rPr lang="pt-BR" sz="3600" u="none" strike="noStrike">
                          <a:effectLst/>
                        </a:rPr>
                        <a:t>J</a:t>
                      </a:r>
                      <a:endParaRPr lang="pt-BR" sz="3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35,23</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N</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83,25</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S</a:t>
                      </a:r>
                      <a:endParaRPr lang="pt-BR" sz="3200" b="0" i="0" u="none" strike="noStrike">
                        <a:solidFill>
                          <a:srgbClr val="000000"/>
                        </a:solidFill>
                        <a:effectLst/>
                        <a:latin typeface="Calibri" panose="020F0502020204030204" pitchFamily="34" charset="0"/>
                      </a:endParaRPr>
                    </a:p>
                  </a:txBody>
                  <a:tcPr marL="9525" marR="9525" marT="9525" marB="0" anchor="b"/>
                </a:tc>
              </a:tr>
              <a:tr h="571885">
                <a:tc>
                  <a:txBody>
                    <a:bodyPr/>
                    <a:lstStyle/>
                    <a:p>
                      <a:pPr algn="ctr" fontAlgn="b"/>
                      <a:r>
                        <a:rPr lang="pt-BR" sz="3600" u="none" strike="noStrike">
                          <a:effectLst/>
                        </a:rPr>
                        <a:t>K</a:t>
                      </a:r>
                      <a:endParaRPr lang="pt-BR" sz="3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66,48</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S</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84,44</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S</a:t>
                      </a:r>
                      <a:endParaRPr lang="pt-BR" sz="3200" b="0" i="0" u="none" strike="noStrike">
                        <a:solidFill>
                          <a:srgbClr val="000000"/>
                        </a:solidFill>
                        <a:effectLst/>
                        <a:latin typeface="Calibri" panose="020F0502020204030204" pitchFamily="34" charset="0"/>
                      </a:endParaRPr>
                    </a:p>
                  </a:txBody>
                  <a:tcPr marL="9525" marR="9525" marT="9525" marB="0" anchor="b"/>
                </a:tc>
              </a:tr>
              <a:tr h="571885">
                <a:tc>
                  <a:txBody>
                    <a:bodyPr/>
                    <a:lstStyle/>
                    <a:p>
                      <a:pPr algn="ctr" fontAlgn="b"/>
                      <a:r>
                        <a:rPr lang="pt-BR" sz="3600" u="none" strike="noStrike">
                          <a:effectLst/>
                        </a:rPr>
                        <a:t>L</a:t>
                      </a:r>
                      <a:endParaRPr lang="pt-BR" sz="3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84,44</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S</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84,44</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S</a:t>
                      </a:r>
                      <a:endParaRPr lang="pt-BR" sz="3200" b="0" i="0" u="none" strike="noStrike">
                        <a:solidFill>
                          <a:srgbClr val="000000"/>
                        </a:solidFill>
                        <a:effectLst/>
                        <a:latin typeface="Calibri" panose="020F0502020204030204" pitchFamily="34" charset="0"/>
                      </a:endParaRPr>
                    </a:p>
                  </a:txBody>
                  <a:tcPr marL="9525" marR="9525" marT="9525" marB="0" anchor="b"/>
                </a:tc>
              </a:tr>
              <a:tr h="571885">
                <a:tc>
                  <a:txBody>
                    <a:bodyPr/>
                    <a:lstStyle/>
                    <a:p>
                      <a:pPr algn="ctr" fontAlgn="b"/>
                      <a:r>
                        <a:rPr lang="pt-BR" sz="3600" u="none" strike="noStrike">
                          <a:effectLst/>
                        </a:rPr>
                        <a:t>M</a:t>
                      </a:r>
                      <a:endParaRPr lang="pt-BR" sz="3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84,44</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S</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84,44</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S</a:t>
                      </a:r>
                      <a:endParaRPr lang="pt-BR" sz="3200" b="0" i="0" u="none" strike="noStrike">
                        <a:solidFill>
                          <a:srgbClr val="000000"/>
                        </a:solidFill>
                        <a:effectLst/>
                        <a:latin typeface="Calibri" panose="020F0502020204030204" pitchFamily="34" charset="0"/>
                      </a:endParaRPr>
                    </a:p>
                  </a:txBody>
                  <a:tcPr marL="9525" marR="9525" marT="9525" marB="0" anchor="b"/>
                </a:tc>
              </a:tr>
              <a:tr h="571885">
                <a:tc>
                  <a:txBody>
                    <a:bodyPr/>
                    <a:lstStyle/>
                    <a:p>
                      <a:pPr algn="ctr" fontAlgn="b"/>
                      <a:r>
                        <a:rPr lang="pt-BR" sz="3600" u="none" strike="noStrike" dirty="0">
                          <a:effectLst/>
                        </a:rPr>
                        <a:t>N</a:t>
                      </a:r>
                      <a:endParaRPr lang="pt-BR" sz="3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35,69</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N</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a:effectLst/>
                        </a:rPr>
                        <a:t>35,23</a:t>
                      </a:r>
                      <a:endParaRPr lang="pt-BR" sz="3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pt-BR" sz="3200" u="none" strike="noStrike" dirty="0">
                          <a:effectLst/>
                        </a:rPr>
                        <a:t>N</a:t>
                      </a:r>
                      <a:endParaRPr lang="pt-BR" sz="3200" b="0" i="0" u="none" strike="noStrike" dirty="0">
                        <a:solidFill>
                          <a:srgbClr val="000000"/>
                        </a:solidFill>
                        <a:effectLst/>
                        <a:latin typeface="Calibri" panose="020F0502020204030204" pitchFamily="34" charset="0"/>
                      </a:endParaRPr>
                    </a:p>
                  </a:txBody>
                  <a:tcPr marL="9525" marR="9525" marT="9525" marB="0" anchor="b"/>
                </a:tc>
              </a:tr>
            </a:tbl>
          </a:graphicData>
        </a:graphic>
      </p:graphicFrame>
      <p:sp>
        <p:nvSpPr>
          <p:cNvPr id="35" name="Google Shape;102;p13"/>
          <p:cNvSpPr txBox="1"/>
          <p:nvPr/>
        </p:nvSpPr>
        <p:spPr>
          <a:xfrm>
            <a:off x="16952912" y="27555435"/>
            <a:ext cx="14544675" cy="8963101"/>
          </a:xfrm>
          <a:prstGeom prst="rect">
            <a:avLst/>
          </a:prstGeom>
          <a:noFill/>
          <a:ln>
            <a:noFill/>
          </a:ln>
        </p:spPr>
        <p:txBody>
          <a:bodyPr spcFirstLastPara="1" wrap="square" lIns="91425" tIns="45700" rIns="91425" bIns="45700" anchor="t" anchorCtr="0">
            <a:noAutofit/>
          </a:bodyPr>
          <a:lstStyle/>
          <a:p>
            <a:r>
              <a:rPr lang="pt-BR" sz="4000" dirty="0"/>
              <a:t>Os sistemas de recomendação são necessário na atualidade, por conta de um número cada vez maior de </a:t>
            </a:r>
            <a:r>
              <a:rPr lang="pt-BR" sz="4000" dirty="0" smtClean="0"/>
              <a:t>opções, </a:t>
            </a:r>
            <a:r>
              <a:rPr lang="pt-BR" sz="4000" dirty="0"/>
              <a:t>reforçando-se a necessidade dos fornecedores </a:t>
            </a:r>
            <a:r>
              <a:rPr lang="pt-BR" sz="4000" dirty="0" smtClean="0"/>
              <a:t>a </a:t>
            </a:r>
            <a:r>
              <a:rPr lang="pt-BR" sz="4000" dirty="0"/>
              <a:t>oferecer aquilo que o cliente necessita.</a:t>
            </a:r>
          </a:p>
          <a:p>
            <a:r>
              <a:rPr lang="pt-BR" sz="4000" dirty="0" smtClean="0"/>
              <a:t>Utilizando </a:t>
            </a:r>
            <a:r>
              <a:rPr lang="pt-BR" sz="4000" dirty="0"/>
              <a:t>a Lógica Fuzzy para gerar a </a:t>
            </a:r>
            <a:r>
              <a:rPr lang="pt-BR" sz="4000" dirty="0" smtClean="0"/>
              <a:t>seleção, </a:t>
            </a:r>
            <a:r>
              <a:rPr lang="pt-BR" sz="4000" dirty="0"/>
              <a:t>baseando-se em critérios de custo x benefício que os fornecedores verdes tem a </a:t>
            </a:r>
            <a:r>
              <a:rPr lang="pt-BR" sz="4000" dirty="0" smtClean="0"/>
              <a:t>oferecer, escolheu-se três fornecedores que se adequam a todos os critérios utilizados.</a:t>
            </a:r>
          </a:p>
          <a:p>
            <a:r>
              <a:rPr lang="pt-BR" sz="4000" dirty="0" smtClean="0"/>
              <a:t>Para uma melhor seleção considerando as dificuldades de se adequar as demandas ambientais, para trabalhos futuros pode-se modificar os critérios de seleção a fim de obter resultados mais abrangentes.</a:t>
            </a:r>
            <a:endParaRPr lang="pt-BR" sz="4000" dirty="0"/>
          </a:p>
        </p:txBody>
      </p:sp>
      <p:sp>
        <p:nvSpPr>
          <p:cNvPr id="36" name="Google Shape;110;p13"/>
          <p:cNvSpPr txBox="1"/>
          <p:nvPr/>
        </p:nvSpPr>
        <p:spPr>
          <a:xfrm>
            <a:off x="16844963" y="24614730"/>
            <a:ext cx="14922501" cy="2917283"/>
          </a:xfrm>
          <a:prstGeom prst="rect">
            <a:avLst/>
          </a:prstGeom>
          <a:noFill/>
          <a:ln>
            <a:noFill/>
          </a:ln>
        </p:spPr>
        <p:txBody>
          <a:bodyPr spcFirstLastPara="1" wrap="square" lIns="96750" tIns="48375" rIns="96750" bIns="48375" anchor="t" anchorCtr="0">
            <a:noAutofit/>
          </a:bodyPr>
          <a:lstStyle/>
          <a:p>
            <a:pPr lvl="0" algn="just">
              <a:buClr>
                <a:schemeClr val="dk1"/>
              </a:buClr>
              <a:buSzPts val="3600"/>
            </a:pPr>
            <a:r>
              <a:rPr lang="pt-BR" sz="3600" dirty="0" smtClean="0"/>
              <a:t>Somente alguns fornecedores estão aptos a serem selecionados com base nos dados apresentados.</a:t>
            </a:r>
            <a:endParaRPr lang="pt-BR" sz="3600" dirty="0"/>
          </a:p>
        </p:txBody>
      </p:sp>
    </p:spTree>
  </p:cSld>
  <p:clrMapOvr>
    <a:masterClrMapping/>
  </p:clrMapOvr>
</p:sld>
</file>

<file path=ppt/theme/theme1.xml><?xml version="1.0" encoding="utf-8"?>
<a:theme xmlns:a="http://schemas.openxmlformats.org/drawingml/2006/main" name="Design padrão">
  <a:themeElements>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Words>478</Words>
  <Application>Microsoft Office PowerPoint</Application>
  <PresentationFormat>Personalizar</PresentationFormat>
  <Paragraphs>204</Paragraphs>
  <Slides>1</Slides>
  <Notes>1</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1</vt:i4>
      </vt:variant>
    </vt:vector>
  </HeadingPairs>
  <TitlesOfParts>
    <vt:vector size="4" baseType="lpstr">
      <vt:lpstr>Arial</vt:lpstr>
      <vt:lpstr>Calibri</vt:lpstr>
      <vt:lpstr>Design padrão</vt:lpstr>
      <vt:lpstr>Apresentação do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cp:lastModifiedBy>Pedro Daniel</cp:lastModifiedBy>
  <cp:revision>9</cp:revision>
  <dcterms:modified xsi:type="dcterms:W3CDTF">2019-06-25T09:50:45Z</dcterms:modified>
</cp:coreProperties>
</file>